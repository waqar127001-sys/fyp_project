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6" r:id="rId3"/>
    <p:sldId id="258" r:id="rId5"/>
    <p:sldId id="259" r:id="rId6"/>
    <p:sldId id="267" r:id="rId7"/>
    <p:sldId id="263" r:id="rId8"/>
    <p:sldId id="274" r:id="rId9"/>
    <p:sldId id="261" r:id="rId10"/>
    <p:sldId id="264" r:id="rId11"/>
    <p:sldId id="279" r:id="rId12"/>
    <p:sldId id="266" r:id="rId13"/>
    <p:sldId id="272" r:id="rId14"/>
    <p:sldId id="273" r:id="rId15"/>
    <p:sldId id="262" r:id="rId16"/>
    <p:sldId id="275" r:id="rId17"/>
    <p:sldId id="280" r:id="rId18"/>
    <p:sldId id="269" r:id="rId19"/>
    <p:sldId id="270" r:id="rId20"/>
    <p:sldId id="260" r:id="rId21"/>
    <p:sldId id="268" r:id="rId22"/>
    <p:sldId id="271" r:id="rId23"/>
    <p:sldId id="276" r:id="rId24"/>
    <p:sldId id="277" r:id="rId25"/>
    <p:sldId id="265" r:id="rId26"/>
    <p:sldId id="278" r:id="rId2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B198"/>
    <a:srgbClr val="74CEBB"/>
    <a:srgbClr val="B8E6DC"/>
    <a:srgbClr val="2B7D6B"/>
    <a:srgbClr val="303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6"/>
    <p:restoredTop sz="77142"/>
  </p:normalViewPr>
  <p:slideViewPr>
    <p:cSldViewPr snapToGrid="0" showGuides="1">
      <p:cViewPr varScale="1">
        <p:scale>
          <a:sx n="58" d="100"/>
          <a:sy n="58" d="100"/>
        </p:scale>
        <p:origin x="912" y="42"/>
      </p:cViewPr>
      <p:guideLst>
        <p:guide orient="horz" pos="178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95A747-8555-4E19-AB85-A3E1B43E6E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r>
              <a:rPr lang="zh-CN" altLang="en-US" dirty="0"/>
              <a:t>封面标题特殊字体为百度简综艺.可以自行下载使用或改为微软雅黑.</a:t>
            </a:r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 indent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0482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title style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subtitle style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title style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 fontAlgn="auto"/>
            <a:r>
              <a:rPr lang="zh-CN" altLang="en-US" sz="2800" strike="noStrike" noProof="1" dirty="0">
                <a:sym typeface="+mn-ea"/>
              </a:rPr>
              <a:t>Click here to edit the master text style</a:t>
            </a:r>
            <a:endParaRPr lang="zh-CN" altLang="en-US" sz="2800" strike="noStrike" noProof="1" dirty="0"/>
          </a:p>
          <a:p>
            <a:pPr lvl="1" fontAlgn="auto"/>
            <a:r>
              <a:rPr lang="zh-CN" altLang="en-US" sz="2800" strike="noStrike" noProof="1" dirty="0">
                <a:sym typeface="+mn-ea"/>
              </a:rPr>
              <a:t>The second level</a:t>
            </a:r>
            <a:endParaRPr lang="zh-CN" altLang="en-US" sz="2800" strike="noStrike" noProof="1" dirty="0"/>
          </a:p>
          <a:p>
            <a:pPr lvl="2" fontAlgn="auto"/>
            <a:r>
              <a:rPr lang="zh-CN" altLang="en-US" sz="2800" strike="noStrike" noProof="1" dirty="0">
                <a:sym typeface="+mn-ea"/>
              </a:rPr>
              <a:t>The third level</a:t>
            </a:r>
            <a:endParaRPr lang="zh-CN" altLang="en-US" sz="2800" strike="noStrike" noProof="1" dirty="0"/>
          </a:p>
          <a:p>
            <a:pPr lvl="3" fontAlgn="auto"/>
            <a:r>
              <a:rPr lang="zh-CN" altLang="en-US" sz="2800" strike="noStrike" noProof="1" dirty="0">
                <a:sym typeface="+mn-ea"/>
              </a:rPr>
              <a:t>The fourth level</a:t>
            </a:r>
            <a:endParaRPr lang="zh-CN" altLang="en-US" sz="2800" strike="noStrike" noProof="1" dirty="0"/>
          </a:p>
          <a:p>
            <a:pPr lvl="4" fontAlgn="auto"/>
            <a:r>
              <a:rPr lang="zh-CN" altLang="en-US" sz="2800" strike="noStrike" noProof="1" dirty="0">
                <a:sym typeface="+mn-ea"/>
              </a:rPr>
              <a:t>Fifth level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Click here to edit the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 indent="-228600"/>
            <a:r>
              <a:rPr lang="zh-CN" altLang="en-US" dirty="0"/>
              <a:t>Click here to edit the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The 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The 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The 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3EB198"/>
          </a:solidFill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8" name="文本框 7"/>
          <p:cNvSpPr txBox="1"/>
          <p:nvPr/>
        </p:nvSpPr>
        <p:spPr>
          <a:xfrm>
            <a:off x="7409180" y="5130165"/>
            <a:ext cx="4446905" cy="1187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algn="ctr"/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By:Waqar Ahmad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Hamza Awais 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文本框 25"/>
          <p:cNvSpPr txBox="1"/>
          <p:nvPr/>
        </p:nvSpPr>
        <p:spPr>
          <a:xfrm>
            <a:off x="3088640" y="2599690"/>
            <a:ext cx="6504305" cy="1792605"/>
          </a:xfrm>
          <a:prstGeom prst="rect">
            <a:avLst/>
          </a:prstGeom>
          <a:solidFill>
            <a:srgbClr val="3EB198"/>
          </a:solidFill>
          <a:ln w="9525">
            <a:noFill/>
          </a:ln>
        </p:spPr>
        <p:txBody>
          <a:bodyPr wrap="square" anchor="t" anchorCtr="0">
            <a:noAutofit/>
          </a:bodyPr>
          <a:p>
            <a:pPr algn="ctr"/>
            <a:endParaRPr lang="en-US" altLang="zh-CN" sz="2800" b="1" dirty="0">
              <a:solidFill>
                <a:schemeClr val="bg1"/>
              </a:solidFill>
              <a:latin typeface="HoloLens MDL2 Assets" panose="050A0102010101010101" charset="0"/>
              <a:ea typeface="Microsoft YaHei" panose="020B0503020204020204" pitchFamily="34" charset="-122"/>
              <a:cs typeface="HoloLens MDL2 Assets" panose="050A0102010101010101" charset="0"/>
            </a:endParaRPr>
          </a:p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HoloLens MDL2 Assets" panose="050A0102010101010101" charset="0"/>
                <a:ea typeface="Microsoft YaHei" panose="020B0503020204020204" pitchFamily="34" charset="-122"/>
                <a:cs typeface="HoloLens MDL2 Assets" panose="050A0102010101010101" charset="0"/>
              </a:rPr>
              <a:t>Breaking Language Barriers for</a:t>
            </a:r>
            <a:endParaRPr lang="en-US" altLang="zh-CN" sz="2800" b="1" dirty="0">
              <a:solidFill>
                <a:schemeClr val="bg1"/>
              </a:solidFill>
              <a:latin typeface="HoloLens MDL2 Assets" panose="050A0102010101010101" charset="0"/>
              <a:ea typeface="Microsoft YaHei" panose="020B0503020204020204" pitchFamily="34" charset="-122"/>
              <a:cs typeface="HoloLens MDL2 Assets" panose="050A0102010101010101" charset="0"/>
            </a:endParaRPr>
          </a:p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HoloLens MDL2 Assets" panose="050A0102010101010101" charset="0"/>
                <a:ea typeface="Microsoft YaHei" panose="020B0503020204020204" pitchFamily="34" charset="-122"/>
                <a:cs typeface="HoloLens MDL2 Assets" panose="050A0102010101010101" charset="0"/>
              </a:rPr>
              <a:t>Seamless Global Communication</a:t>
            </a:r>
            <a:endParaRPr lang="en-US" altLang="zh-CN" sz="2800" b="1" dirty="0">
              <a:solidFill>
                <a:schemeClr val="bg1"/>
              </a:solidFill>
              <a:latin typeface="HoloLens MDL2 Assets" panose="050A0102010101010101" charset="0"/>
              <a:ea typeface="Microsoft YaHei" panose="020B0503020204020204" pitchFamily="34" charset="-122"/>
              <a:cs typeface="HoloLens MDL2 Assets" panose="050A0102010101010101" charset="0"/>
            </a:endParaRPr>
          </a:p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HoloLens MDL2 Assets" panose="050A0102010101010101" charset="0"/>
                <a:ea typeface="Microsoft YaHei" panose="020B0503020204020204" pitchFamily="34" charset="-122"/>
                <a:cs typeface="HoloLens MDL2 Assets" panose="050A0102010101010101" charset="0"/>
              </a:rPr>
              <a:t> </a:t>
            </a:r>
            <a:endParaRPr lang="en-US" altLang="zh-CN" sz="2800" b="1" dirty="0">
              <a:solidFill>
                <a:schemeClr val="bg1"/>
              </a:solidFill>
              <a:latin typeface="HoloLens MDL2 Assets" panose="050A0102010101010101" charset="0"/>
              <a:ea typeface="Microsoft YaHei" panose="020B0503020204020204" pitchFamily="34" charset="-122"/>
              <a:cs typeface="HoloLens MDL2 Assets" panose="050A0102010101010101" charset="0"/>
            </a:endParaRPr>
          </a:p>
          <a:p>
            <a:pPr algn="ctr"/>
            <a:endParaRPr lang="en-US" altLang="zh-CN" sz="2800" b="1" dirty="0">
              <a:solidFill>
                <a:schemeClr val="bg1"/>
              </a:solidFill>
              <a:latin typeface="HoloLens MDL2 Assets" panose="050A0102010101010101" charset="0"/>
              <a:ea typeface="Microsoft YaHei" panose="020B0503020204020204" pitchFamily="34" charset="-122"/>
              <a:cs typeface="HoloLens MDL2 Assets" panose="050A0102010101010101" charset="0"/>
            </a:endParaRPr>
          </a:p>
        </p:txBody>
      </p:sp>
      <p:sp>
        <p:nvSpPr>
          <p:cNvPr id="4100" name="文本框 4"/>
          <p:cNvSpPr txBox="1"/>
          <p:nvPr/>
        </p:nvSpPr>
        <p:spPr>
          <a:xfrm>
            <a:off x="3848100" y="735330"/>
            <a:ext cx="4495165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66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TalkEasy</a:t>
            </a:r>
            <a:endParaRPr lang="en-US" altLang="zh-CN" sz="66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1935163"/>
            <a:ext cx="768350" cy="289560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23650" y="1935163"/>
            <a:ext cx="768350" cy="289560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65363" y="2351088"/>
            <a:ext cx="1311275" cy="131127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64050" y="2351088"/>
            <a:ext cx="1312863" cy="131127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57975" y="2351088"/>
            <a:ext cx="1311275" cy="131127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850313" y="2351088"/>
            <a:ext cx="1312863" cy="131127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65375" y="2447925"/>
            <a:ext cx="1119188" cy="1119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0302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1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30302F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560888" y="2447925"/>
            <a:ext cx="1119188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0302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2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30302F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754813" y="2447925"/>
            <a:ext cx="1117600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0302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3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30302F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947150" y="2447925"/>
            <a:ext cx="1119188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0302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2"/>
                <a:cs typeface="Arial" panose="020B0604020202020204" pitchFamily="34" charset="0"/>
                <a:sym typeface="+mn-ea"/>
              </a:rPr>
              <a:t>4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30302F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155" name="文本框 21"/>
          <p:cNvSpPr txBox="1"/>
          <p:nvPr/>
        </p:nvSpPr>
        <p:spPr>
          <a:xfrm>
            <a:off x="2216150" y="3760788"/>
            <a:ext cx="1360488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ONE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56" name="文本框 22"/>
          <p:cNvSpPr txBox="1"/>
          <p:nvPr/>
        </p:nvSpPr>
        <p:spPr>
          <a:xfrm>
            <a:off x="4440238" y="3760788"/>
            <a:ext cx="1398587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TWO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57" name="文本框 23"/>
          <p:cNvSpPr txBox="1"/>
          <p:nvPr/>
        </p:nvSpPr>
        <p:spPr>
          <a:xfrm>
            <a:off x="6492875" y="3759200"/>
            <a:ext cx="164147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THREE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58" name="文本框 24"/>
          <p:cNvSpPr txBox="1"/>
          <p:nvPr/>
        </p:nvSpPr>
        <p:spPr>
          <a:xfrm>
            <a:off x="8755063" y="3759200"/>
            <a:ext cx="151447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FOUR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159" name="文本框 25"/>
          <p:cNvSpPr txBox="1"/>
          <p:nvPr/>
        </p:nvSpPr>
        <p:spPr>
          <a:xfrm>
            <a:off x="1871345" y="4370705"/>
            <a:ext cx="195961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Introduction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160" name="矩形 26"/>
          <p:cNvSpPr/>
          <p:nvPr/>
        </p:nvSpPr>
        <p:spPr>
          <a:xfrm>
            <a:off x="4090829" y="4391025"/>
            <a:ext cx="209740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Key Features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161" name="矩形 27"/>
          <p:cNvSpPr/>
          <p:nvPr/>
        </p:nvSpPr>
        <p:spPr>
          <a:xfrm>
            <a:off x="6253639" y="4323080"/>
            <a:ext cx="2121535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How It Works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ctr"/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Technology Stack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162" name="矩形 28"/>
          <p:cNvSpPr/>
          <p:nvPr/>
        </p:nvSpPr>
        <p:spPr>
          <a:xfrm>
            <a:off x="8391684" y="4323080"/>
            <a:ext cx="271399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Target Audience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ctr"/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Competitive Advantage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170" name="文本框 34"/>
          <p:cNvSpPr txBox="1"/>
          <p:nvPr/>
        </p:nvSpPr>
        <p:spPr>
          <a:xfrm>
            <a:off x="5884863" y="3840163"/>
            <a:ext cx="373761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48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Introduction</a:t>
            </a:r>
            <a:endParaRPr lang="en-US" altLang="zh-CN" sz="48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3" name="文本框 38"/>
          <p:cNvSpPr txBox="1"/>
          <p:nvPr/>
        </p:nvSpPr>
        <p:spPr>
          <a:xfrm>
            <a:off x="6013450" y="3316288"/>
            <a:ext cx="1979613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ONE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3" name="图片 2"/>
          <p:cNvPicPr>
            <a:picLocks noChangeAspect="1"/>
          </p:cNvPicPr>
          <p:nvPr/>
        </p:nvPicPr>
        <p:blipFill>
          <a:blip r:embed="rId1"/>
          <a:srcRect b="6429"/>
          <a:stretch>
            <a:fillRect/>
          </a:stretch>
        </p:blipFill>
        <p:spPr>
          <a:xfrm>
            <a:off x="6689090" y="1929765"/>
            <a:ext cx="5437505" cy="360172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194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197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" name="Oval 16"/>
          <p:cNvSpPr/>
          <p:nvPr/>
        </p:nvSpPr>
        <p:spPr>
          <a:xfrm>
            <a:off x="865188" y="3114358"/>
            <a:ext cx="711200" cy="71596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73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34"/>
          <p:cNvGrpSpPr/>
          <p:nvPr/>
        </p:nvGrpSpPr>
        <p:grpSpPr>
          <a:xfrm>
            <a:off x="1042346" y="3286303"/>
            <a:ext cx="369512" cy="371875"/>
            <a:chOff x="3886200" y="3605213"/>
            <a:chExt cx="1243013" cy="1250950"/>
          </a:xfrm>
          <a:solidFill>
            <a:schemeClr val="bg1"/>
          </a:solidFill>
        </p:grpSpPr>
        <p:sp>
          <p:nvSpPr>
            <p:cNvPr id="20" name="Freeform 38"/>
            <p:cNvSpPr/>
            <p:nvPr/>
          </p:nvSpPr>
          <p:spPr bwMode="auto">
            <a:xfrm>
              <a:off x="4732338" y="3605213"/>
              <a:ext cx="174625" cy="263525"/>
            </a:xfrm>
            <a:custGeom>
              <a:avLst/>
              <a:gdLst>
                <a:gd name="T0" fmla="*/ 23 w 46"/>
                <a:gd name="T1" fmla="*/ 70 h 70"/>
                <a:gd name="T2" fmla="*/ 46 w 46"/>
                <a:gd name="T3" fmla="*/ 47 h 70"/>
                <a:gd name="T4" fmla="*/ 46 w 46"/>
                <a:gd name="T5" fmla="*/ 23 h 70"/>
                <a:gd name="T6" fmla="*/ 23 w 46"/>
                <a:gd name="T7" fmla="*/ 0 h 70"/>
                <a:gd name="T8" fmla="*/ 0 w 46"/>
                <a:gd name="T9" fmla="*/ 23 h 70"/>
                <a:gd name="T10" fmla="*/ 0 w 46"/>
                <a:gd name="T11" fmla="*/ 47 h 70"/>
                <a:gd name="T12" fmla="*/ 23 w 4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70">
                  <a:moveTo>
                    <a:pt x="23" y="70"/>
                  </a:moveTo>
                  <a:cubicBezTo>
                    <a:pt x="35" y="70"/>
                    <a:pt x="46" y="60"/>
                    <a:pt x="46" y="47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10"/>
                    <a:pt x="35" y="0"/>
                    <a:pt x="23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60"/>
                    <a:pt x="10" y="70"/>
                    <a:pt x="23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 39"/>
            <p:cNvSpPr>
              <a:spLocks noEditPoints="1"/>
            </p:cNvSpPr>
            <p:nvPr/>
          </p:nvSpPr>
          <p:spPr bwMode="auto">
            <a:xfrm>
              <a:off x="3886200" y="3751263"/>
              <a:ext cx="1243013" cy="1104900"/>
            </a:xfrm>
            <a:custGeom>
              <a:avLst/>
              <a:gdLst>
                <a:gd name="T0" fmla="*/ 329 w 329"/>
                <a:gd name="T1" fmla="*/ 1 h 294"/>
                <a:gd name="T2" fmla="*/ 282 w 329"/>
                <a:gd name="T3" fmla="*/ 1 h 294"/>
                <a:gd name="T4" fmla="*/ 282 w 329"/>
                <a:gd name="T5" fmla="*/ 13 h 294"/>
                <a:gd name="T6" fmla="*/ 247 w 329"/>
                <a:gd name="T7" fmla="*/ 48 h 294"/>
                <a:gd name="T8" fmla="*/ 212 w 329"/>
                <a:gd name="T9" fmla="*/ 13 h 294"/>
                <a:gd name="T10" fmla="*/ 212 w 329"/>
                <a:gd name="T11" fmla="*/ 1 h 294"/>
                <a:gd name="T12" fmla="*/ 118 w 329"/>
                <a:gd name="T13" fmla="*/ 1 h 294"/>
                <a:gd name="T14" fmla="*/ 118 w 329"/>
                <a:gd name="T15" fmla="*/ 13 h 294"/>
                <a:gd name="T16" fmla="*/ 83 w 329"/>
                <a:gd name="T17" fmla="*/ 48 h 294"/>
                <a:gd name="T18" fmla="*/ 47 w 329"/>
                <a:gd name="T19" fmla="*/ 13 h 294"/>
                <a:gd name="T20" fmla="*/ 47 w 329"/>
                <a:gd name="T21" fmla="*/ 1 h 294"/>
                <a:gd name="T22" fmla="*/ 0 w 329"/>
                <a:gd name="T23" fmla="*/ 0 h 294"/>
                <a:gd name="T24" fmla="*/ 0 w 329"/>
                <a:gd name="T25" fmla="*/ 294 h 294"/>
                <a:gd name="T26" fmla="*/ 24 w 329"/>
                <a:gd name="T27" fmla="*/ 294 h 294"/>
                <a:gd name="T28" fmla="*/ 306 w 329"/>
                <a:gd name="T29" fmla="*/ 294 h 294"/>
                <a:gd name="T30" fmla="*/ 329 w 329"/>
                <a:gd name="T31" fmla="*/ 294 h 294"/>
                <a:gd name="T32" fmla="*/ 329 w 329"/>
                <a:gd name="T33" fmla="*/ 1 h 294"/>
                <a:gd name="T34" fmla="*/ 306 w 329"/>
                <a:gd name="T35" fmla="*/ 271 h 294"/>
                <a:gd name="T36" fmla="*/ 24 w 329"/>
                <a:gd name="T37" fmla="*/ 271 h 294"/>
                <a:gd name="T38" fmla="*/ 24 w 329"/>
                <a:gd name="T39" fmla="*/ 83 h 294"/>
                <a:gd name="T40" fmla="*/ 306 w 329"/>
                <a:gd name="T41" fmla="*/ 83 h 294"/>
                <a:gd name="T42" fmla="*/ 306 w 329"/>
                <a:gd name="T43" fmla="*/ 271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9" h="294">
                  <a:moveTo>
                    <a:pt x="329" y="1"/>
                  </a:moveTo>
                  <a:cubicBezTo>
                    <a:pt x="282" y="1"/>
                    <a:pt x="282" y="1"/>
                    <a:pt x="282" y="1"/>
                  </a:cubicBezTo>
                  <a:cubicBezTo>
                    <a:pt x="282" y="13"/>
                    <a:pt x="282" y="13"/>
                    <a:pt x="282" y="13"/>
                  </a:cubicBezTo>
                  <a:cubicBezTo>
                    <a:pt x="282" y="32"/>
                    <a:pt x="266" y="48"/>
                    <a:pt x="247" y="48"/>
                  </a:cubicBezTo>
                  <a:cubicBezTo>
                    <a:pt x="228" y="48"/>
                    <a:pt x="212" y="32"/>
                    <a:pt x="212" y="13"/>
                  </a:cubicBezTo>
                  <a:cubicBezTo>
                    <a:pt x="212" y="1"/>
                    <a:pt x="212" y="1"/>
                    <a:pt x="212" y="1"/>
                  </a:cubicBezTo>
                  <a:cubicBezTo>
                    <a:pt x="118" y="1"/>
                    <a:pt x="118" y="1"/>
                    <a:pt x="118" y="1"/>
                  </a:cubicBezTo>
                  <a:cubicBezTo>
                    <a:pt x="118" y="13"/>
                    <a:pt x="118" y="13"/>
                    <a:pt x="118" y="13"/>
                  </a:cubicBezTo>
                  <a:cubicBezTo>
                    <a:pt x="118" y="32"/>
                    <a:pt x="102" y="48"/>
                    <a:pt x="83" y="48"/>
                  </a:cubicBezTo>
                  <a:cubicBezTo>
                    <a:pt x="63" y="48"/>
                    <a:pt x="47" y="32"/>
                    <a:pt x="47" y="13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4" y="294"/>
                    <a:pt x="24" y="294"/>
                    <a:pt x="24" y="294"/>
                  </a:cubicBezTo>
                  <a:cubicBezTo>
                    <a:pt x="306" y="294"/>
                    <a:pt x="306" y="294"/>
                    <a:pt x="306" y="294"/>
                  </a:cubicBezTo>
                  <a:cubicBezTo>
                    <a:pt x="329" y="294"/>
                    <a:pt x="329" y="294"/>
                    <a:pt x="329" y="294"/>
                  </a:cubicBezTo>
                  <a:lnTo>
                    <a:pt x="329" y="1"/>
                  </a:lnTo>
                  <a:close/>
                  <a:moveTo>
                    <a:pt x="306" y="271"/>
                  </a:moveTo>
                  <a:cubicBezTo>
                    <a:pt x="24" y="271"/>
                    <a:pt x="24" y="271"/>
                    <a:pt x="24" y="271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306" y="83"/>
                    <a:pt x="306" y="83"/>
                    <a:pt x="306" y="83"/>
                  </a:cubicBezTo>
                  <a:lnTo>
                    <a:pt x="306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40"/>
            <p:cNvSpPr/>
            <p:nvPr/>
          </p:nvSpPr>
          <p:spPr bwMode="auto">
            <a:xfrm>
              <a:off x="4108450" y="3605213"/>
              <a:ext cx="174625" cy="263525"/>
            </a:xfrm>
            <a:custGeom>
              <a:avLst/>
              <a:gdLst>
                <a:gd name="T0" fmla="*/ 23 w 46"/>
                <a:gd name="T1" fmla="*/ 70 h 70"/>
                <a:gd name="T2" fmla="*/ 46 w 46"/>
                <a:gd name="T3" fmla="*/ 47 h 70"/>
                <a:gd name="T4" fmla="*/ 46 w 46"/>
                <a:gd name="T5" fmla="*/ 23 h 70"/>
                <a:gd name="T6" fmla="*/ 23 w 46"/>
                <a:gd name="T7" fmla="*/ 0 h 70"/>
                <a:gd name="T8" fmla="*/ 0 w 46"/>
                <a:gd name="T9" fmla="*/ 23 h 70"/>
                <a:gd name="T10" fmla="*/ 0 w 46"/>
                <a:gd name="T11" fmla="*/ 47 h 70"/>
                <a:gd name="T12" fmla="*/ 23 w 4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70">
                  <a:moveTo>
                    <a:pt x="23" y="70"/>
                  </a:moveTo>
                  <a:cubicBezTo>
                    <a:pt x="36" y="70"/>
                    <a:pt x="46" y="60"/>
                    <a:pt x="46" y="47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10"/>
                    <a:pt x="36" y="0"/>
                    <a:pt x="23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60"/>
                    <a:pt x="10" y="70"/>
                    <a:pt x="23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41"/>
            <p:cNvSpPr>
              <a:spLocks noChangeArrowheads="1"/>
            </p:cNvSpPr>
            <p:nvPr/>
          </p:nvSpPr>
          <p:spPr bwMode="auto">
            <a:xfrm>
              <a:off x="4332288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4559300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43"/>
            <p:cNvSpPr>
              <a:spLocks noChangeArrowheads="1"/>
            </p:cNvSpPr>
            <p:nvPr/>
          </p:nvSpPr>
          <p:spPr bwMode="auto">
            <a:xfrm>
              <a:off x="4767263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4332288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4559300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4767263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4332288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4108450" y="4364038"/>
              <a:ext cx="141288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4108450" y="4570413"/>
              <a:ext cx="141288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50"/>
            <p:cNvSpPr>
              <a:spLocks noChangeArrowheads="1"/>
            </p:cNvSpPr>
            <p:nvPr/>
          </p:nvSpPr>
          <p:spPr bwMode="auto">
            <a:xfrm>
              <a:off x="4559300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51"/>
            <p:cNvSpPr>
              <a:spLocks noChangeArrowheads="1"/>
            </p:cNvSpPr>
            <p:nvPr/>
          </p:nvSpPr>
          <p:spPr bwMode="auto">
            <a:xfrm>
              <a:off x="4767263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4" name="Oval 10"/>
          <p:cNvSpPr/>
          <p:nvPr/>
        </p:nvSpPr>
        <p:spPr>
          <a:xfrm>
            <a:off x="859473" y="1505903"/>
            <a:ext cx="711200" cy="715963"/>
          </a:xfrm>
          <a:prstGeom prst="ellipse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73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5" name="Group 82"/>
          <p:cNvGrpSpPr/>
          <p:nvPr/>
        </p:nvGrpSpPr>
        <p:grpSpPr>
          <a:xfrm>
            <a:off x="1060072" y="1703150"/>
            <a:ext cx="366178" cy="377109"/>
            <a:chOff x="3681413" y="3632200"/>
            <a:chExt cx="638175" cy="657225"/>
          </a:xfrm>
          <a:solidFill>
            <a:schemeClr val="bg1"/>
          </a:solidFill>
        </p:grpSpPr>
        <p:sp>
          <p:nvSpPr>
            <p:cNvPr id="36" name="Freeform 14"/>
            <p:cNvSpPr>
              <a:spLocks noEditPoints="1"/>
            </p:cNvSpPr>
            <p:nvPr/>
          </p:nvSpPr>
          <p:spPr bwMode="auto">
            <a:xfrm>
              <a:off x="3976688" y="3681413"/>
              <a:ext cx="342900" cy="533400"/>
            </a:xfrm>
            <a:custGeom>
              <a:avLst/>
              <a:gdLst/>
              <a:ahLst/>
              <a:cxnLst>
                <a:cxn ang="0">
                  <a:pos x="135" y="53"/>
                </a:cxn>
                <a:cxn ang="0">
                  <a:pos x="134" y="52"/>
                </a:cxn>
                <a:cxn ang="0">
                  <a:pos x="121" y="47"/>
                </a:cxn>
                <a:cxn ang="0">
                  <a:pos x="112" y="56"/>
                </a:cxn>
                <a:cxn ang="0">
                  <a:pos x="103" y="46"/>
                </a:cxn>
                <a:cxn ang="0">
                  <a:pos x="103" y="46"/>
                </a:cxn>
                <a:cxn ang="0">
                  <a:pos x="91" y="52"/>
                </a:cxn>
                <a:cxn ang="0">
                  <a:pos x="88" y="53"/>
                </a:cxn>
                <a:cxn ang="0">
                  <a:pos x="71" y="55"/>
                </a:cxn>
                <a:cxn ang="0">
                  <a:pos x="29" y="9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0" y="2"/>
                </a:cxn>
                <a:cxn ang="0">
                  <a:pos x="3" y="21"/>
                </a:cxn>
                <a:cxn ang="0">
                  <a:pos x="12" y="36"/>
                </a:cxn>
                <a:cxn ang="0">
                  <a:pos x="16" y="41"/>
                </a:cxn>
                <a:cxn ang="0">
                  <a:pos x="63" y="82"/>
                </a:cxn>
                <a:cxn ang="0">
                  <a:pos x="75" y="84"/>
                </a:cxn>
                <a:cxn ang="0">
                  <a:pos x="75" y="158"/>
                </a:cxn>
                <a:cxn ang="0">
                  <a:pos x="77" y="168"/>
                </a:cxn>
                <a:cxn ang="0">
                  <a:pos x="77" y="170"/>
                </a:cxn>
                <a:cxn ang="0">
                  <a:pos x="77" y="305"/>
                </a:cxn>
                <a:cxn ang="0">
                  <a:pos x="93" y="321"/>
                </a:cxn>
                <a:cxn ang="0">
                  <a:pos x="110" y="305"/>
                </a:cxn>
                <a:cxn ang="0">
                  <a:pos x="110" y="190"/>
                </a:cxn>
                <a:cxn ang="0">
                  <a:pos x="112" y="190"/>
                </a:cxn>
                <a:cxn ang="0">
                  <a:pos x="112" y="190"/>
                </a:cxn>
                <a:cxn ang="0">
                  <a:pos x="112" y="305"/>
                </a:cxn>
                <a:cxn ang="0">
                  <a:pos x="129" y="321"/>
                </a:cxn>
                <a:cxn ang="0">
                  <a:pos x="129" y="321"/>
                </a:cxn>
                <a:cxn ang="0">
                  <a:pos x="146" y="305"/>
                </a:cxn>
                <a:cxn ang="0">
                  <a:pos x="146" y="173"/>
                </a:cxn>
                <a:cxn ang="0">
                  <a:pos x="149" y="175"/>
                </a:cxn>
                <a:cxn ang="0">
                  <a:pos x="155" y="177"/>
                </a:cxn>
                <a:cxn ang="0">
                  <a:pos x="168" y="170"/>
                </a:cxn>
                <a:cxn ang="0">
                  <a:pos x="135" y="53"/>
                </a:cxn>
                <a:cxn ang="0">
                  <a:pos x="112" y="127"/>
                </a:cxn>
                <a:cxn ang="0">
                  <a:pos x="112" y="127"/>
                </a:cxn>
                <a:cxn ang="0">
                  <a:pos x="103" y="115"/>
                </a:cxn>
                <a:cxn ang="0">
                  <a:pos x="112" y="57"/>
                </a:cxn>
                <a:cxn ang="0">
                  <a:pos x="112" y="57"/>
                </a:cxn>
                <a:cxn ang="0">
                  <a:pos x="121" y="115"/>
                </a:cxn>
                <a:cxn ang="0">
                  <a:pos x="112" y="127"/>
                </a:cxn>
                <a:cxn ang="0">
                  <a:pos x="149" y="143"/>
                </a:cxn>
                <a:cxn ang="0">
                  <a:pos x="149" y="103"/>
                </a:cxn>
                <a:cxn ang="0">
                  <a:pos x="149" y="143"/>
                </a:cxn>
                <a:cxn ang="0">
                  <a:pos x="149" y="143"/>
                </a:cxn>
                <a:cxn ang="0">
                  <a:pos x="149" y="143"/>
                </a:cxn>
              </a:cxnLst>
              <a:rect l="0" t="0" r="r" b="b"/>
              <a:pathLst>
                <a:path w="207" h="321">
                  <a:moveTo>
                    <a:pt x="135" y="53"/>
                  </a:moveTo>
                  <a:cubicBezTo>
                    <a:pt x="135" y="53"/>
                    <a:pt x="134" y="52"/>
                    <a:pt x="134" y="52"/>
                  </a:cubicBezTo>
                  <a:cubicBezTo>
                    <a:pt x="130" y="50"/>
                    <a:pt x="126" y="48"/>
                    <a:pt x="121" y="47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99" y="48"/>
                    <a:pt x="95" y="49"/>
                    <a:pt x="91" y="52"/>
                  </a:cubicBezTo>
                  <a:cubicBezTo>
                    <a:pt x="90" y="52"/>
                    <a:pt x="89" y="52"/>
                    <a:pt x="88" y="53"/>
                  </a:cubicBezTo>
                  <a:cubicBezTo>
                    <a:pt x="82" y="56"/>
                    <a:pt x="77" y="57"/>
                    <a:pt x="71" y="55"/>
                  </a:cubicBezTo>
                  <a:cubicBezTo>
                    <a:pt x="52" y="49"/>
                    <a:pt x="34" y="19"/>
                    <a:pt x="29" y="9"/>
                  </a:cubicBezTo>
                  <a:cubicBezTo>
                    <a:pt x="27" y="6"/>
                    <a:pt x="25" y="4"/>
                    <a:pt x="22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0"/>
                    <a:pt x="13" y="1"/>
                    <a:pt x="10" y="2"/>
                  </a:cubicBezTo>
                  <a:cubicBezTo>
                    <a:pt x="3" y="5"/>
                    <a:pt x="0" y="14"/>
                    <a:pt x="3" y="21"/>
                  </a:cubicBezTo>
                  <a:cubicBezTo>
                    <a:pt x="4" y="23"/>
                    <a:pt x="7" y="29"/>
                    <a:pt x="12" y="36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6" y="56"/>
                    <a:pt x="42" y="75"/>
                    <a:pt x="63" y="82"/>
                  </a:cubicBezTo>
                  <a:cubicBezTo>
                    <a:pt x="67" y="83"/>
                    <a:pt x="71" y="84"/>
                    <a:pt x="75" y="84"/>
                  </a:cubicBezTo>
                  <a:cubicBezTo>
                    <a:pt x="75" y="158"/>
                    <a:pt x="75" y="158"/>
                    <a:pt x="75" y="158"/>
                  </a:cubicBezTo>
                  <a:cubicBezTo>
                    <a:pt x="75" y="162"/>
                    <a:pt x="76" y="165"/>
                    <a:pt x="77" y="168"/>
                  </a:cubicBezTo>
                  <a:cubicBezTo>
                    <a:pt x="77" y="169"/>
                    <a:pt x="77" y="170"/>
                    <a:pt x="77" y="170"/>
                  </a:cubicBezTo>
                  <a:cubicBezTo>
                    <a:pt x="77" y="305"/>
                    <a:pt x="77" y="305"/>
                    <a:pt x="77" y="305"/>
                  </a:cubicBezTo>
                  <a:cubicBezTo>
                    <a:pt x="77" y="314"/>
                    <a:pt x="84" y="321"/>
                    <a:pt x="93" y="321"/>
                  </a:cubicBezTo>
                  <a:cubicBezTo>
                    <a:pt x="103" y="321"/>
                    <a:pt x="110" y="314"/>
                    <a:pt x="110" y="305"/>
                  </a:cubicBezTo>
                  <a:cubicBezTo>
                    <a:pt x="110" y="190"/>
                    <a:pt x="110" y="190"/>
                    <a:pt x="110" y="190"/>
                  </a:cubicBezTo>
                  <a:cubicBezTo>
                    <a:pt x="111" y="190"/>
                    <a:pt x="111" y="190"/>
                    <a:pt x="112" y="190"/>
                  </a:cubicBezTo>
                  <a:cubicBezTo>
                    <a:pt x="112" y="190"/>
                    <a:pt x="112" y="190"/>
                    <a:pt x="112" y="190"/>
                  </a:cubicBezTo>
                  <a:cubicBezTo>
                    <a:pt x="112" y="305"/>
                    <a:pt x="112" y="305"/>
                    <a:pt x="112" y="305"/>
                  </a:cubicBezTo>
                  <a:cubicBezTo>
                    <a:pt x="112" y="314"/>
                    <a:pt x="120" y="321"/>
                    <a:pt x="129" y="321"/>
                  </a:cubicBezTo>
                  <a:cubicBezTo>
                    <a:pt x="129" y="321"/>
                    <a:pt x="129" y="321"/>
                    <a:pt x="129" y="321"/>
                  </a:cubicBezTo>
                  <a:cubicBezTo>
                    <a:pt x="138" y="321"/>
                    <a:pt x="146" y="314"/>
                    <a:pt x="146" y="305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6" y="174"/>
                    <a:pt x="147" y="175"/>
                    <a:pt x="149" y="175"/>
                  </a:cubicBezTo>
                  <a:cubicBezTo>
                    <a:pt x="151" y="176"/>
                    <a:pt x="153" y="177"/>
                    <a:pt x="155" y="177"/>
                  </a:cubicBezTo>
                  <a:cubicBezTo>
                    <a:pt x="160" y="177"/>
                    <a:pt x="165" y="174"/>
                    <a:pt x="168" y="170"/>
                  </a:cubicBezTo>
                  <a:cubicBezTo>
                    <a:pt x="207" y="97"/>
                    <a:pt x="153" y="64"/>
                    <a:pt x="135" y="53"/>
                  </a:cubicBezTo>
                  <a:close/>
                  <a:moveTo>
                    <a:pt x="112" y="127"/>
                  </a:moveTo>
                  <a:cubicBezTo>
                    <a:pt x="112" y="127"/>
                    <a:pt x="112" y="127"/>
                    <a:pt x="112" y="127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21" y="115"/>
                    <a:pt x="121" y="115"/>
                    <a:pt x="121" y="115"/>
                  </a:cubicBezTo>
                  <a:lnTo>
                    <a:pt x="112" y="127"/>
                  </a:lnTo>
                  <a:close/>
                  <a:moveTo>
                    <a:pt x="149" y="143"/>
                  </a:moveTo>
                  <a:cubicBezTo>
                    <a:pt x="149" y="103"/>
                    <a:pt x="149" y="103"/>
                    <a:pt x="149" y="103"/>
                  </a:cubicBezTo>
                  <a:cubicBezTo>
                    <a:pt x="154" y="113"/>
                    <a:pt x="156" y="126"/>
                    <a:pt x="149" y="143"/>
                  </a:cubicBezTo>
                  <a:close/>
                  <a:moveTo>
                    <a:pt x="149" y="143"/>
                  </a:moveTo>
                  <a:cubicBezTo>
                    <a:pt x="149" y="143"/>
                    <a:pt x="149" y="143"/>
                    <a:pt x="149" y="14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Freeform 15"/>
            <p:cNvSpPr>
              <a:spLocks noEditPoints="1"/>
            </p:cNvSpPr>
            <p:nvPr/>
          </p:nvSpPr>
          <p:spPr bwMode="auto">
            <a:xfrm>
              <a:off x="4102100" y="3633788"/>
              <a:ext cx="119063" cy="120650"/>
            </a:xfrm>
            <a:custGeom>
              <a:avLst/>
              <a:gdLst/>
              <a:ahLst/>
              <a:cxnLst>
                <a:cxn ang="0">
                  <a:pos x="72" y="36"/>
                </a:cxn>
                <a:cxn ang="0">
                  <a:pos x="36" y="72"/>
                </a:cxn>
                <a:cxn ang="0">
                  <a:pos x="0" y="36"/>
                </a:cxn>
                <a:cxn ang="0">
                  <a:pos x="36" y="0"/>
                </a:cxn>
                <a:cxn ang="0">
                  <a:pos x="72" y="36"/>
                </a:cxn>
                <a:cxn ang="0">
                  <a:pos x="72" y="36"/>
                </a:cxn>
                <a:cxn ang="0">
                  <a:pos x="72" y="36"/>
                </a:cxn>
              </a:cxnLst>
              <a:rect l="0" t="0" r="r" b="b"/>
              <a:pathLst>
                <a:path w="72" h="72">
                  <a:moveTo>
                    <a:pt x="72" y="36"/>
                  </a:moveTo>
                  <a:cubicBezTo>
                    <a:pt x="72" y="56"/>
                    <a:pt x="56" y="72"/>
                    <a:pt x="36" y="72"/>
                  </a:cubicBez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Freeform 16"/>
            <p:cNvSpPr>
              <a:spLocks noEditPoints="1"/>
            </p:cNvSpPr>
            <p:nvPr/>
          </p:nvSpPr>
          <p:spPr bwMode="auto">
            <a:xfrm>
              <a:off x="3703638" y="3632200"/>
              <a:ext cx="361950" cy="338137"/>
            </a:xfrm>
            <a:custGeom>
              <a:avLst/>
              <a:gdLst/>
              <a:ahLst/>
              <a:cxnLst>
                <a:cxn ang="0">
                  <a:pos x="197" y="203"/>
                </a:cxn>
                <a:cxn ang="0">
                  <a:pos x="20" y="203"/>
                </a:cxn>
                <a:cxn ang="0">
                  <a:pos x="0" y="182"/>
                </a:cxn>
                <a:cxn ang="0">
                  <a:pos x="0" y="20"/>
                </a:cxn>
                <a:cxn ang="0">
                  <a:pos x="20" y="0"/>
                </a:cxn>
                <a:cxn ang="0">
                  <a:pos x="197" y="0"/>
                </a:cxn>
                <a:cxn ang="0">
                  <a:pos x="218" y="20"/>
                </a:cxn>
                <a:cxn ang="0">
                  <a:pos x="218" y="182"/>
                </a:cxn>
                <a:cxn ang="0">
                  <a:pos x="197" y="203"/>
                </a:cxn>
                <a:cxn ang="0">
                  <a:pos x="20" y="13"/>
                </a:cxn>
                <a:cxn ang="0">
                  <a:pos x="13" y="20"/>
                </a:cxn>
                <a:cxn ang="0">
                  <a:pos x="13" y="182"/>
                </a:cxn>
                <a:cxn ang="0">
                  <a:pos x="20" y="189"/>
                </a:cxn>
                <a:cxn ang="0">
                  <a:pos x="197" y="189"/>
                </a:cxn>
                <a:cxn ang="0">
                  <a:pos x="204" y="182"/>
                </a:cxn>
                <a:cxn ang="0">
                  <a:pos x="204" y="20"/>
                </a:cxn>
                <a:cxn ang="0">
                  <a:pos x="197" y="13"/>
                </a:cxn>
                <a:cxn ang="0">
                  <a:pos x="20" y="13"/>
                </a:cxn>
                <a:cxn ang="0">
                  <a:pos x="20" y="13"/>
                </a:cxn>
                <a:cxn ang="0">
                  <a:pos x="20" y="13"/>
                </a:cxn>
              </a:cxnLst>
              <a:rect l="0" t="0" r="r" b="b"/>
              <a:pathLst>
                <a:path w="218" h="203">
                  <a:moveTo>
                    <a:pt x="197" y="203"/>
                  </a:moveTo>
                  <a:cubicBezTo>
                    <a:pt x="20" y="203"/>
                    <a:pt x="20" y="203"/>
                    <a:pt x="20" y="203"/>
                  </a:cubicBezTo>
                  <a:cubicBezTo>
                    <a:pt x="9" y="203"/>
                    <a:pt x="0" y="194"/>
                    <a:pt x="0" y="18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208" y="0"/>
                    <a:pt x="218" y="9"/>
                    <a:pt x="218" y="20"/>
                  </a:cubicBezTo>
                  <a:cubicBezTo>
                    <a:pt x="218" y="182"/>
                    <a:pt x="218" y="182"/>
                    <a:pt x="218" y="182"/>
                  </a:cubicBezTo>
                  <a:cubicBezTo>
                    <a:pt x="218" y="194"/>
                    <a:pt x="208" y="203"/>
                    <a:pt x="197" y="203"/>
                  </a:cubicBezTo>
                  <a:close/>
                  <a:moveTo>
                    <a:pt x="20" y="13"/>
                  </a:moveTo>
                  <a:cubicBezTo>
                    <a:pt x="16" y="13"/>
                    <a:pt x="13" y="16"/>
                    <a:pt x="13" y="20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3" y="186"/>
                    <a:pt x="16" y="189"/>
                    <a:pt x="20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201" y="189"/>
                    <a:pt x="204" y="186"/>
                    <a:pt x="204" y="182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4" y="16"/>
                    <a:pt x="201" y="13"/>
                    <a:pt x="197" y="13"/>
                  </a:cubicBezTo>
                  <a:lnTo>
                    <a:pt x="20" y="13"/>
                  </a:lnTo>
                  <a:close/>
                  <a:moveTo>
                    <a:pt x="20" y="13"/>
                  </a:moveTo>
                  <a:cubicBezTo>
                    <a:pt x="20" y="13"/>
                    <a:pt x="20" y="13"/>
                    <a:pt x="20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17"/>
            <p:cNvSpPr>
              <a:spLocks noEditPoints="1"/>
            </p:cNvSpPr>
            <p:nvPr/>
          </p:nvSpPr>
          <p:spPr bwMode="auto">
            <a:xfrm>
              <a:off x="3743325" y="4003675"/>
              <a:ext cx="96838" cy="93662"/>
            </a:xfrm>
            <a:custGeom>
              <a:avLst/>
              <a:gdLst/>
              <a:ahLst/>
              <a:cxnLst>
                <a:cxn ang="0">
                  <a:pos x="58" y="29"/>
                </a:cxn>
                <a:cxn ang="0">
                  <a:pos x="29" y="57"/>
                </a:cxn>
                <a:cxn ang="0">
                  <a:pos x="0" y="29"/>
                </a:cxn>
                <a:cxn ang="0">
                  <a:pos x="29" y="0"/>
                </a:cxn>
                <a:cxn ang="0">
                  <a:pos x="58" y="29"/>
                </a:cxn>
                <a:cxn ang="0">
                  <a:pos x="58" y="29"/>
                </a:cxn>
                <a:cxn ang="0">
                  <a:pos x="58" y="29"/>
                </a:cxn>
              </a:cxnLst>
              <a:rect l="0" t="0" r="r" b="b"/>
              <a:pathLst>
                <a:path w="58" h="57">
                  <a:moveTo>
                    <a:pt x="58" y="29"/>
                  </a:moveTo>
                  <a:cubicBezTo>
                    <a:pt x="58" y="45"/>
                    <a:pt x="45" y="57"/>
                    <a:pt x="29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lose/>
                  <a:moveTo>
                    <a:pt x="58" y="29"/>
                  </a:moveTo>
                  <a:cubicBezTo>
                    <a:pt x="58" y="29"/>
                    <a:pt x="58" y="29"/>
                    <a:pt x="58" y="2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18"/>
            <p:cNvSpPr>
              <a:spLocks noEditPoints="1"/>
            </p:cNvSpPr>
            <p:nvPr/>
          </p:nvSpPr>
          <p:spPr bwMode="auto">
            <a:xfrm>
              <a:off x="3695700" y="4100513"/>
              <a:ext cx="192088" cy="106362"/>
            </a:xfrm>
            <a:custGeom>
              <a:avLst/>
              <a:gdLst/>
              <a:ahLst/>
              <a:cxnLst>
                <a:cxn ang="0">
                  <a:pos x="25" y="64"/>
                </a:cxn>
                <a:cxn ang="0">
                  <a:pos x="29" y="44"/>
                </a:cxn>
                <a:cxn ang="0">
                  <a:pos x="29" y="64"/>
                </a:cxn>
                <a:cxn ang="0">
                  <a:pos x="58" y="64"/>
                </a:cxn>
                <a:cxn ang="0">
                  <a:pos x="51" y="54"/>
                </a:cxn>
                <a:cxn ang="0">
                  <a:pos x="58" y="8"/>
                </a:cxn>
                <a:cxn ang="0">
                  <a:pos x="58" y="8"/>
                </a:cxn>
                <a:cxn ang="0">
                  <a:pos x="65" y="54"/>
                </a:cxn>
                <a:cxn ang="0">
                  <a:pos x="58" y="64"/>
                </a:cxn>
                <a:cxn ang="0">
                  <a:pos x="87" y="64"/>
                </a:cxn>
                <a:cxn ang="0">
                  <a:pos x="87" y="44"/>
                </a:cxn>
                <a:cxn ang="0">
                  <a:pos x="91" y="64"/>
                </a:cxn>
                <a:cxn ang="0">
                  <a:pos x="114" y="64"/>
                </a:cxn>
                <a:cxn ang="0">
                  <a:pos x="77" y="5"/>
                </a:cxn>
                <a:cxn ang="0">
                  <a:pos x="76" y="5"/>
                </a:cxn>
                <a:cxn ang="0">
                  <a:pos x="65" y="0"/>
                </a:cxn>
                <a:cxn ang="0">
                  <a:pos x="58" y="7"/>
                </a:cxn>
                <a:cxn ang="0">
                  <a:pos x="51" y="0"/>
                </a:cxn>
                <a:cxn ang="0">
                  <a:pos x="51" y="0"/>
                </a:cxn>
                <a:cxn ang="0">
                  <a:pos x="40" y="5"/>
                </a:cxn>
                <a:cxn ang="0">
                  <a:pos x="39" y="5"/>
                </a:cxn>
                <a:cxn ang="0">
                  <a:pos x="2" y="64"/>
                </a:cxn>
                <a:cxn ang="0">
                  <a:pos x="25" y="64"/>
                </a:cxn>
                <a:cxn ang="0">
                  <a:pos x="25" y="64"/>
                </a:cxn>
                <a:cxn ang="0">
                  <a:pos x="25" y="64"/>
                </a:cxn>
              </a:cxnLst>
              <a:rect l="0" t="0" r="r" b="b"/>
              <a:pathLst>
                <a:path w="116" h="64">
                  <a:moveTo>
                    <a:pt x="25" y="64"/>
                  </a:moveTo>
                  <a:cubicBezTo>
                    <a:pt x="24" y="56"/>
                    <a:pt x="26" y="49"/>
                    <a:pt x="29" y="4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87" y="44"/>
                    <a:pt x="87" y="44"/>
                    <a:pt x="87" y="44"/>
                  </a:cubicBezTo>
                  <a:cubicBezTo>
                    <a:pt x="90" y="49"/>
                    <a:pt x="92" y="56"/>
                    <a:pt x="91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6" y="29"/>
                    <a:pt x="88" y="12"/>
                    <a:pt x="77" y="5"/>
                  </a:cubicBezTo>
                  <a:cubicBezTo>
                    <a:pt x="77" y="5"/>
                    <a:pt x="76" y="5"/>
                    <a:pt x="76" y="5"/>
                  </a:cubicBezTo>
                  <a:cubicBezTo>
                    <a:pt x="72" y="2"/>
                    <a:pt x="69" y="1"/>
                    <a:pt x="65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7" y="1"/>
                    <a:pt x="44" y="2"/>
                    <a:pt x="40" y="5"/>
                  </a:cubicBezTo>
                  <a:cubicBezTo>
                    <a:pt x="40" y="5"/>
                    <a:pt x="39" y="5"/>
                    <a:pt x="39" y="5"/>
                  </a:cubicBezTo>
                  <a:cubicBezTo>
                    <a:pt x="28" y="12"/>
                    <a:pt x="0" y="29"/>
                    <a:pt x="2" y="64"/>
                  </a:cubicBezTo>
                  <a:lnTo>
                    <a:pt x="25" y="64"/>
                  </a:ln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 19"/>
            <p:cNvSpPr>
              <a:spLocks noEditPoints="1"/>
            </p:cNvSpPr>
            <p:nvPr/>
          </p:nvSpPr>
          <p:spPr bwMode="auto">
            <a:xfrm>
              <a:off x="3929063" y="4003675"/>
              <a:ext cx="93663" cy="93662"/>
            </a:xfrm>
            <a:custGeom>
              <a:avLst/>
              <a:gdLst/>
              <a:ahLst/>
              <a:cxnLst>
                <a:cxn ang="0">
                  <a:pos x="57" y="29"/>
                </a:cxn>
                <a:cxn ang="0">
                  <a:pos x="28" y="57"/>
                </a:cxn>
                <a:cxn ang="0">
                  <a:pos x="0" y="29"/>
                </a:cxn>
                <a:cxn ang="0">
                  <a:pos x="28" y="0"/>
                </a:cxn>
                <a:cxn ang="0">
                  <a:pos x="57" y="29"/>
                </a:cxn>
                <a:cxn ang="0">
                  <a:pos x="57" y="29"/>
                </a:cxn>
                <a:cxn ang="0">
                  <a:pos x="57" y="29"/>
                </a:cxn>
              </a:cxnLst>
              <a:rect l="0" t="0" r="r" b="b"/>
              <a:pathLst>
                <a:path w="57" h="57">
                  <a:moveTo>
                    <a:pt x="57" y="29"/>
                  </a:moveTo>
                  <a:cubicBezTo>
                    <a:pt x="57" y="45"/>
                    <a:pt x="44" y="57"/>
                    <a:pt x="28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lose/>
                  <a:moveTo>
                    <a:pt x="57" y="29"/>
                  </a:moveTo>
                  <a:cubicBezTo>
                    <a:pt x="57" y="29"/>
                    <a:pt x="57" y="29"/>
                    <a:pt x="57" y="2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20"/>
            <p:cNvSpPr>
              <a:spLocks noEditPoints="1"/>
            </p:cNvSpPr>
            <p:nvPr/>
          </p:nvSpPr>
          <p:spPr bwMode="auto">
            <a:xfrm>
              <a:off x="3879850" y="4100513"/>
              <a:ext cx="192088" cy="106362"/>
            </a:xfrm>
            <a:custGeom>
              <a:avLst/>
              <a:gdLst/>
              <a:ahLst/>
              <a:cxnLst>
                <a:cxn ang="0">
                  <a:pos x="25" y="64"/>
                </a:cxn>
                <a:cxn ang="0">
                  <a:pos x="29" y="44"/>
                </a:cxn>
                <a:cxn ang="0">
                  <a:pos x="29" y="64"/>
                </a:cxn>
                <a:cxn ang="0">
                  <a:pos x="58" y="64"/>
                </a:cxn>
                <a:cxn ang="0">
                  <a:pos x="51" y="54"/>
                </a:cxn>
                <a:cxn ang="0">
                  <a:pos x="58" y="8"/>
                </a:cxn>
                <a:cxn ang="0">
                  <a:pos x="58" y="8"/>
                </a:cxn>
                <a:cxn ang="0">
                  <a:pos x="65" y="54"/>
                </a:cxn>
                <a:cxn ang="0">
                  <a:pos x="59" y="64"/>
                </a:cxn>
                <a:cxn ang="0">
                  <a:pos x="88" y="64"/>
                </a:cxn>
                <a:cxn ang="0">
                  <a:pos x="88" y="44"/>
                </a:cxn>
                <a:cxn ang="0">
                  <a:pos x="92" y="64"/>
                </a:cxn>
                <a:cxn ang="0">
                  <a:pos x="114" y="64"/>
                </a:cxn>
                <a:cxn ang="0">
                  <a:pos x="77" y="5"/>
                </a:cxn>
                <a:cxn ang="0">
                  <a:pos x="76" y="5"/>
                </a:cxn>
                <a:cxn ang="0">
                  <a:pos x="66" y="0"/>
                </a:cxn>
                <a:cxn ang="0">
                  <a:pos x="58" y="7"/>
                </a:cxn>
                <a:cxn ang="0">
                  <a:pos x="52" y="0"/>
                </a:cxn>
                <a:cxn ang="0">
                  <a:pos x="51" y="0"/>
                </a:cxn>
                <a:cxn ang="0">
                  <a:pos x="41" y="5"/>
                </a:cxn>
                <a:cxn ang="0">
                  <a:pos x="39" y="5"/>
                </a:cxn>
                <a:cxn ang="0">
                  <a:pos x="3" y="64"/>
                </a:cxn>
                <a:cxn ang="0">
                  <a:pos x="25" y="64"/>
                </a:cxn>
                <a:cxn ang="0">
                  <a:pos x="25" y="64"/>
                </a:cxn>
                <a:cxn ang="0">
                  <a:pos x="25" y="64"/>
                </a:cxn>
              </a:cxnLst>
              <a:rect l="0" t="0" r="r" b="b"/>
              <a:pathLst>
                <a:path w="116" h="64">
                  <a:moveTo>
                    <a:pt x="25" y="64"/>
                  </a:moveTo>
                  <a:cubicBezTo>
                    <a:pt x="24" y="56"/>
                    <a:pt x="26" y="49"/>
                    <a:pt x="29" y="4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91" y="49"/>
                    <a:pt x="92" y="56"/>
                    <a:pt x="92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6" y="29"/>
                    <a:pt x="88" y="12"/>
                    <a:pt x="77" y="5"/>
                  </a:cubicBezTo>
                  <a:cubicBezTo>
                    <a:pt x="77" y="5"/>
                    <a:pt x="76" y="5"/>
                    <a:pt x="76" y="5"/>
                  </a:cubicBezTo>
                  <a:cubicBezTo>
                    <a:pt x="73" y="2"/>
                    <a:pt x="69" y="1"/>
                    <a:pt x="66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8" y="1"/>
                    <a:pt x="44" y="2"/>
                    <a:pt x="41" y="5"/>
                  </a:cubicBezTo>
                  <a:cubicBezTo>
                    <a:pt x="40" y="5"/>
                    <a:pt x="40" y="5"/>
                    <a:pt x="39" y="5"/>
                  </a:cubicBezTo>
                  <a:cubicBezTo>
                    <a:pt x="28" y="12"/>
                    <a:pt x="0" y="29"/>
                    <a:pt x="3" y="64"/>
                  </a:cubicBezTo>
                  <a:lnTo>
                    <a:pt x="25" y="64"/>
                  </a:ln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21"/>
            <p:cNvSpPr>
              <a:spLocks noChangeArrowheads="1"/>
            </p:cNvSpPr>
            <p:nvPr/>
          </p:nvSpPr>
          <p:spPr bwMode="auto">
            <a:xfrm>
              <a:off x="3681413" y="4222750"/>
              <a:ext cx="542925" cy="6667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Freeform 22"/>
            <p:cNvSpPr>
              <a:spLocks noEditPoints="1"/>
            </p:cNvSpPr>
            <p:nvPr/>
          </p:nvSpPr>
          <p:spPr bwMode="auto">
            <a:xfrm>
              <a:off x="3795713" y="3709988"/>
              <a:ext cx="177800" cy="179387"/>
            </a:xfrm>
            <a:custGeom>
              <a:avLst/>
              <a:gdLst/>
              <a:ahLst/>
              <a:cxnLst>
                <a:cxn ang="0">
                  <a:pos x="103" y="61"/>
                </a:cxn>
                <a:cxn ang="0">
                  <a:pos x="97" y="59"/>
                </a:cxn>
                <a:cxn ang="0">
                  <a:pos x="97" y="46"/>
                </a:cxn>
                <a:cxn ang="0">
                  <a:pos x="102" y="44"/>
                </a:cxn>
                <a:cxn ang="0">
                  <a:pos x="105" y="35"/>
                </a:cxn>
                <a:cxn ang="0">
                  <a:pos x="102" y="28"/>
                </a:cxn>
                <a:cxn ang="0">
                  <a:pos x="93" y="24"/>
                </a:cxn>
                <a:cxn ang="0">
                  <a:pos x="88" y="27"/>
                </a:cxn>
                <a:cxn ang="0">
                  <a:pos x="78" y="18"/>
                </a:cxn>
                <a:cxn ang="0">
                  <a:pos x="81" y="13"/>
                </a:cxn>
                <a:cxn ang="0">
                  <a:pos x="76" y="4"/>
                </a:cxn>
                <a:cxn ang="0">
                  <a:pos x="69" y="1"/>
                </a:cxn>
                <a:cxn ang="0">
                  <a:pos x="60" y="5"/>
                </a:cxn>
                <a:cxn ang="0">
                  <a:pos x="58" y="11"/>
                </a:cxn>
                <a:cxn ang="0">
                  <a:pos x="46" y="11"/>
                </a:cxn>
                <a:cxn ang="0">
                  <a:pos x="43" y="6"/>
                </a:cxn>
                <a:cxn ang="0">
                  <a:pos x="34" y="3"/>
                </a:cxn>
                <a:cxn ang="0">
                  <a:pos x="27" y="6"/>
                </a:cxn>
                <a:cxn ang="0">
                  <a:pos x="24" y="15"/>
                </a:cxn>
                <a:cxn ang="0">
                  <a:pos x="26" y="20"/>
                </a:cxn>
                <a:cxn ang="0">
                  <a:pos x="18" y="30"/>
                </a:cxn>
                <a:cxn ang="0">
                  <a:pos x="12" y="28"/>
                </a:cxn>
                <a:cxn ang="0">
                  <a:pos x="3" y="32"/>
                </a:cxn>
                <a:cxn ang="0">
                  <a:pos x="1" y="39"/>
                </a:cxn>
                <a:cxn ang="0">
                  <a:pos x="1" y="44"/>
                </a:cxn>
                <a:cxn ang="0">
                  <a:pos x="5" y="48"/>
                </a:cxn>
                <a:cxn ang="0">
                  <a:pos x="10" y="50"/>
                </a:cxn>
                <a:cxn ang="0">
                  <a:pos x="11" y="62"/>
                </a:cxn>
                <a:cxn ang="0">
                  <a:pos x="5" y="65"/>
                </a:cxn>
                <a:cxn ang="0">
                  <a:pos x="2" y="74"/>
                </a:cxn>
                <a:cxn ang="0">
                  <a:pos x="5" y="81"/>
                </a:cxn>
                <a:cxn ang="0">
                  <a:pos x="14" y="84"/>
                </a:cxn>
                <a:cxn ang="0">
                  <a:pos x="20" y="82"/>
                </a:cxn>
                <a:cxn ang="0">
                  <a:pos x="29" y="90"/>
                </a:cxn>
                <a:cxn ang="0">
                  <a:pos x="27" y="96"/>
                </a:cxn>
                <a:cxn ang="0">
                  <a:pos x="27" y="101"/>
                </a:cxn>
                <a:cxn ang="0">
                  <a:pos x="31" y="105"/>
                </a:cxn>
                <a:cxn ang="0">
                  <a:pos x="38" y="107"/>
                </a:cxn>
                <a:cxn ang="0">
                  <a:pos x="43" y="107"/>
                </a:cxn>
                <a:cxn ang="0">
                  <a:pos x="47" y="103"/>
                </a:cxn>
                <a:cxn ang="0">
                  <a:pos x="49" y="98"/>
                </a:cxn>
                <a:cxn ang="0">
                  <a:pos x="62" y="97"/>
                </a:cxn>
                <a:cxn ang="0">
                  <a:pos x="64" y="103"/>
                </a:cxn>
                <a:cxn ang="0">
                  <a:pos x="73" y="106"/>
                </a:cxn>
                <a:cxn ang="0">
                  <a:pos x="80" y="103"/>
                </a:cxn>
                <a:cxn ang="0">
                  <a:pos x="84" y="94"/>
                </a:cxn>
                <a:cxn ang="0">
                  <a:pos x="81" y="88"/>
                </a:cxn>
                <a:cxn ang="0">
                  <a:pos x="90" y="79"/>
                </a:cxn>
                <a:cxn ang="0">
                  <a:pos x="95" y="81"/>
                </a:cxn>
                <a:cxn ang="0">
                  <a:pos x="101" y="81"/>
                </a:cxn>
                <a:cxn ang="0">
                  <a:pos x="104" y="77"/>
                </a:cxn>
                <a:cxn ang="0">
                  <a:pos x="107" y="70"/>
                </a:cxn>
                <a:cxn ang="0">
                  <a:pos x="103" y="61"/>
                </a:cxn>
                <a:cxn ang="0">
                  <a:pos x="65" y="79"/>
                </a:cxn>
                <a:cxn ang="0">
                  <a:pos x="54" y="81"/>
                </a:cxn>
                <a:cxn ang="0">
                  <a:pos x="29" y="66"/>
                </a:cxn>
                <a:cxn ang="0">
                  <a:pos x="42" y="30"/>
                </a:cxn>
                <a:cxn ang="0">
                  <a:pos x="54" y="27"/>
                </a:cxn>
                <a:cxn ang="0">
                  <a:pos x="78" y="43"/>
                </a:cxn>
                <a:cxn ang="0">
                  <a:pos x="65" y="79"/>
                </a:cxn>
                <a:cxn ang="0">
                  <a:pos x="65" y="79"/>
                </a:cxn>
                <a:cxn ang="0">
                  <a:pos x="65" y="79"/>
                </a:cxn>
              </a:cxnLst>
              <a:rect l="0" t="0" r="r" b="b"/>
              <a:pathLst>
                <a:path w="108" h="108">
                  <a:moveTo>
                    <a:pt x="103" y="61"/>
                  </a:moveTo>
                  <a:cubicBezTo>
                    <a:pt x="97" y="59"/>
                    <a:pt x="97" y="59"/>
                    <a:pt x="97" y="59"/>
                  </a:cubicBezTo>
                  <a:cubicBezTo>
                    <a:pt x="98" y="55"/>
                    <a:pt x="97" y="51"/>
                    <a:pt x="97" y="46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6" y="42"/>
                    <a:pt x="107" y="38"/>
                    <a:pt x="105" y="35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1" y="24"/>
                    <a:pt x="97" y="23"/>
                    <a:pt x="93" y="24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5" y="24"/>
                    <a:pt x="82" y="21"/>
                    <a:pt x="78" y="18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2" y="9"/>
                    <a:pt x="80" y="5"/>
                    <a:pt x="76" y="4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6" y="0"/>
                    <a:pt x="62" y="2"/>
                    <a:pt x="60" y="5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4" y="10"/>
                    <a:pt x="50" y="11"/>
                    <a:pt x="46" y="1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2" y="2"/>
                    <a:pt x="38" y="1"/>
                    <a:pt x="34" y="3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4" y="7"/>
                    <a:pt x="22" y="11"/>
                    <a:pt x="24" y="15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3" y="23"/>
                    <a:pt x="20" y="26"/>
                    <a:pt x="18" y="30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9" y="26"/>
                    <a:pt x="4" y="28"/>
                    <a:pt x="3" y="32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41"/>
                    <a:pt x="0" y="42"/>
                    <a:pt x="1" y="44"/>
                  </a:cubicBezTo>
                  <a:cubicBezTo>
                    <a:pt x="2" y="46"/>
                    <a:pt x="3" y="47"/>
                    <a:pt x="5" y="48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4"/>
                    <a:pt x="10" y="58"/>
                    <a:pt x="11" y="62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2" y="66"/>
                    <a:pt x="0" y="71"/>
                    <a:pt x="2" y="74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7" y="84"/>
                    <a:pt x="11" y="86"/>
                    <a:pt x="14" y="84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22" y="85"/>
                    <a:pt x="26" y="88"/>
                    <a:pt x="29" y="90"/>
                  </a:cubicBezTo>
                  <a:cubicBezTo>
                    <a:pt x="27" y="96"/>
                    <a:pt x="27" y="96"/>
                    <a:pt x="27" y="96"/>
                  </a:cubicBezTo>
                  <a:cubicBezTo>
                    <a:pt x="26" y="98"/>
                    <a:pt x="26" y="100"/>
                    <a:pt x="27" y="101"/>
                  </a:cubicBezTo>
                  <a:cubicBezTo>
                    <a:pt x="28" y="103"/>
                    <a:pt x="29" y="104"/>
                    <a:pt x="31" y="105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40" y="108"/>
                    <a:pt x="42" y="108"/>
                    <a:pt x="43" y="107"/>
                  </a:cubicBezTo>
                  <a:cubicBezTo>
                    <a:pt x="45" y="107"/>
                    <a:pt x="46" y="105"/>
                    <a:pt x="47" y="103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3" y="98"/>
                    <a:pt x="57" y="98"/>
                    <a:pt x="62" y="97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6" y="106"/>
                    <a:pt x="70" y="108"/>
                    <a:pt x="73" y="106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4" y="101"/>
                    <a:pt x="85" y="97"/>
                    <a:pt x="84" y="94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4" y="86"/>
                    <a:pt x="87" y="82"/>
                    <a:pt x="90" y="79"/>
                  </a:cubicBezTo>
                  <a:cubicBezTo>
                    <a:pt x="95" y="81"/>
                    <a:pt x="95" y="81"/>
                    <a:pt x="95" y="81"/>
                  </a:cubicBezTo>
                  <a:cubicBezTo>
                    <a:pt x="97" y="82"/>
                    <a:pt x="99" y="82"/>
                    <a:pt x="101" y="81"/>
                  </a:cubicBezTo>
                  <a:cubicBezTo>
                    <a:pt x="102" y="80"/>
                    <a:pt x="104" y="79"/>
                    <a:pt x="104" y="77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8" y="66"/>
                    <a:pt x="106" y="62"/>
                    <a:pt x="103" y="61"/>
                  </a:cubicBezTo>
                  <a:close/>
                  <a:moveTo>
                    <a:pt x="65" y="79"/>
                  </a:moveTo>
                  <a:cubicBezTo>
                    <a:pt x="61" y="81"/>
                    <a:pt x="58" y="81"/>
                    <a:pt x="54" y="81"/>
                  </a:cubicBezTo>
                  <a:cubicBezTo>
                    <a:pt x="43" y="81"/>
                    <a:pt x="33" y="75"/>
                    <a:pt x="29" y="66"/>
                  </a:cubicBezTo>
                  <a:cubicBezTo>
                    <a:pt x="23" y="52"/>
                    <a:pt x="29" y="36"/>
                    <a:pt x="42" y="30"/>
                  </a:cubicBezTo>
                  <a:cubicBezTo>
                    <a:pt x="46" y="28"/>
                    <a:pt x="50" y="27"/>
                    <a:pt x="54" y="27"/>
                  </a:cubicBezTo>
                  <a:cubicBezTo>
                    <a:pt x="64" y="27"/>
                    <a:pt x="74" y="33"/>
                    <a:pt x="78" y="43"/>
                  </a:cubicBezTo>
                  <a:cubicBezTo>
                    <a:pt x="85" y="57"/>
                    <a:pt x="79" y="73"/>
                    <a:pt x="65" y="79"/>
                  </a:cubicBezTo>
                  <a:close/>
                  <a:moveTo>
                    <a:pt x="65" y="79"/>
                  </a:moveTo>
                  <a:cubicBezTo>
                    <a:pt x="65" y="79"/>
                    <a:pt x="65" y="79"/>
                    <a:pt x="65" y="7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204" name="TextBox 13"/>
          <p:cNvSpPr txBox="1"/>
          <p:nvPr/>
        </p:nvSpPr>
        <p:spPr>
          <a:xfrm>
            <a:off x="1746250" y="1338580"/>
            <a:ext cx="2995295" cy="41465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no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What is the Problem?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05" name="TextBox 13"/>
          <p:cNvSpPr txBox="1"/>
          <p:nvPr/>
        </p:nvSpPr>
        <p:spPr>
          <a:xfrm>
            <a:off x="1751330" y="1845945"/>
            <a:ext cx="4732020" cy="1119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noAutofit/>
          </a:bodyPr>
          <a:p>
            <a:pPr defTabSz="1216025">
              <a:spcBef>
                <a:spcPct val="20000"/>
              </a:spcBef>
            </a:pPr>
            <a:r>
              <a:rPr sz="18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In today’s global world, language differences create communication barriers.</a:t>
            </a:r>
            <a:endParaRPr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 defTabSz="1216025">
              <a:spcBef>
                <a:spcPct val="20000"/>
              </a:spcBef>
            </a:pPr>
            <a:r>
              <a:rPr sz="18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This is particularly challenging in messaging, voice, and video communication.</a:t>
            </a:r>
            <a:endParaRPr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06" name="TextBox 13"/>
          <p:cNvSpPr txBox="1"/>
          <p:nvPr/>
        </p:nvSpPr>
        <p:spPr>
          <a:xfrm>
            <a:off x="1746250" y="3227705"/>
            <a:ext cx="2807335" cy="4305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Our Solution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07" name="TextBox 13"/>
          <p:cNvSpPr txBox="1"/>
          <p:nvPr/>
        </p:nvSpPr>
        <p:spPr>
          <a:xfrm>
            <a:off x="1751330" y="3719830"/>
            <a:ext cx="4598670" cy="164973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Autofit/>
          </a:bodyPr>
          <a:p>
            <a:pPr defTabSz="1216025">
              <a:spcBef>
                <a:spcPct val="20000"/>
              </a:spcBef>
            </a:pPr>
            <a:r>
              <a:rPr sz="20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 communication app that allows users to chat, call, and video call across languages, with real-time translation for text, voice, and video.</a:t>
            </a:r>
            <a:endParaRPr sz="20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文本框 34"/>
          <p:cNvSpPr txBox="1"/>
          <p:nvPr/>
        </p:nvSpPr>
        <p:spPr>
          <a:xfrm>
            <a:off x="5902325" y="3840163"/>
            <a:ext cx="369125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Key Features</a:t>
            </a:r>
            <a:endParaRPr lang="en-US" altLang="zh-CN" sz="44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7" name="文本框 38"/>
          <p:cNvSpPr txBox="1"/>
          <p:nvPr/>
        </p:nvSpPr>
        <p:spPr>
          <a:xfrm>
            <a:off x="6013450" y="3316288"/>
            <a:ext cx="2032000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TWO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40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412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413" name="Freeform 70"/>
          <p:cNvSpPr/>
          <p:nvPr/>
        </p:nvSpPr>
        <p:spPr>
          <a:xfrm rot="5400000">
            <a:off x="2241550" y="2072323"/>
            <a:ext cx="639763" cy="1830387"/>
          </a:xfrm>
          <a:custGeom>
            <a:avLst/>
            <a:gdLst/>
            <a:ahLst/>
            <a:cxnLst>
              <a:cxn ang="0">
                <a:pos x="639396" y="505738"/>
              </a:cxn>
              <a:cxn ang="0">
                <a:pos x="0" y="0"/>
              </a:cxn>
              <a:cxn ang="0">
                <a:pos x="0" y="1034205"/>
              </a:cxn>
              <a:cxn ang="0">
                <a:pos x="639396" y="1829748"/>
              </a:cxn>
              <a:cxn ang="0">
                <a:pos x="639396" y="505738"/>
              </a:cxn>
            </a:cxnLst>
            <a:pathLst>
              <a:path w="465" h="644">
                <a:moveTo>
                  <a:pt x="465" y="178"/>
                </a:moveTo>
                <a:lnTo>
                  <a:pt x="0" y="0"/>
                </a:lnTo>
                <a:lnTo>
                  <a:pt x="0" y="364"/>
                </a:lnTo>
                <a:lnTo>
                  <a:pt x="465" y="644"/>
                </a:lnTo>
                <a:lnTo>
                  <a:pt x="465" y="178"/>
                </a:lnTo>
                <a:close/>
              </a:path>
            </a:pathLst>
          </a:custGeom>
          <a:solidFill>
            <a:srgbClr val="2B7D6B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" name="Freeform 73"/>
          <p:cNvSpPr/>
          <p:nvPr/>
        </p:nvSpPr>
        <p:spPr bwMode="auto">
          <a:xfrm rot="5400000">
            <a:off x="3784600" y="1916748"/>
            <a:ext cx="1025525" cy="1755775"/>
          </a:xfrm>
          <a:custGeom>
            <a:avLst/>
            <a:gdLst>
              <a:gd name="T0" fmla="*/ 746 w 746"/>
              <a:gd name="T1" fmla="*/ 112 h 618"/>
              <a:gd name="T2" fmla="*/ 0 w 746"/>
              <a:gd name="T3" fmla="*/ 0 h 618"/>
              <a:gd name="T4" fmla="*/ 0 w 746"/>
              <a:gd name="T5" fmla="*/ 394 h 618"/>
              <a:gd name="T6" fmla="*/ 746 w 746"/>
              <a:gd name="T7" fmla="*/ 618 h 618"/>
              <a:gd name="T8" fmla="*/ 746 w 746"/>
              <a:gd name="T9" fmla="*/ 112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6" h="618">
                <a:moveTo>
                  <a:pt x="746" y="112"/>
                </a:moveTo>
                <a:lnTo>
                  <a:pt x="0" y="0"/>
                </a:lnTo>
                <a:lnTo>
                  <a:pt x="0" y="394"/>
                </a:lnTo>
                <a:lnTo>
                  <a:pt x="746" y="618"/>
                </a:lnTo>
                <a:lnTo>
                  <a:pt x="746" y="112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415" name="Freeform 76"/>
          <p:cNvSpPr/>
          <p:nvPr/>
        </p:nvSpPr>
        <p:spPr>
          <a:xfrm rot="5400000">
            <a:off x="9170988" y="2072323"/>
            <a:ext cx="639762" cy="1830387"/>
          </a:xfrm>
          <a:custGeom>
            <a:avLst/>
            <a:gdLst/>
            <a:ahLst/>
            <a:cxnLst>
              <a:cxn ang="0">
                <a:pos x="639396" y="1326851"/>
              </a:cxn>
              <a:cxn ang="0">
                <a:pos x="0" y="1829748"/>
              </a:cxn>
              <a:cxn ang="0">
                <a:pos x="0" y="795543"/>
              </a:cxn>
              <a:cxn ang="0">
                <a:pos x="639396" y="0"/>
              </a:cxn>
              <a:cxn ang="0">
                <a:pos x="639396" y="1326851"/>
              </a:cxn>
            </a:cxnLst>
            <a:pathLst>
              <a:path w="465" h="644">
                <a:moveTo>
                  <a:pt x="465" y="467"/>
                </a:moveTo>
                <a:lnTo>
                  <a:pt x="0" y="644"/>
                </a:lnTo>
                <a:lnTo>
                  <a:pt x="0" y="280"/>
                </a:lnTo>
                <a:lnTo>
                  <a:pt x="465" y="0"/>
                </a:lnTo>
                <a:lnTo>
                  <a:pt x="465" y="467"/>
                </a:lnTo>
                <a:close/>
              </a:path>
            </a:pathLst>
          </a:custGeom>
          <a:solidFill>
            <a:srgbClr val="B8E6DC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416" name="Freeform 79"/>
          <p:cNvSpPr/>
          <p:nvPr/>
        </p:nvSpPr>
        <p:spPr>
          <a:xfrm rot="5400000">
            <a:off x="7232650" y="1905635"/>
            <a:ext cx="1025525" cy="1754188"/>
          </a:xfrm>
          <a:custGeom>
            <a:avLst/>
            <a:gdLst/>
            <a:ahLst/>
            <a:cxnLst>
              <a:cxn ang="0">
                <a:pos x="1025783" y="1437660"/>
              </a:cxn>
              <a:cxn ang="0">
                <a:pos x="0" y="1753036"/>
              </a:cxn>
              <a:cxn ang="0">
                <a:pos x="0" y="636434"/>
              </a:cxn>
              <a:cxn ang="0">
                <a:pos x="1025783" y="0"/>
              </a:cxn>
              <a:cxn ang="0">
                <a:pos x="1025783" y="1437660"/>
              </a:cxn>
            </a:cxnLst>
            <a:pathLst>
              <a:path w="746" h="617">
                <a:moveTo>
                  <a:pt x="746" y="506"/>
                </a:moveTo>
                <a:lnTo>
                  <a:pt x="0" y="617"/>
                </a:lnTo>
                <a:lnTo>
                  <a:pt x="0" y="224"/>
                </a:lnTo>
                <a:lnTo>
                  <a:pt x="746" y="0"/>
                </a:lnTo>
                <a:lnTo>
                  <a:pt x="746" y="506"/>
                </a:lnTo>
                <a:close/>
              </a:path>
            </a:pathLst>
          </a:custGeom>
          <a:solidFill>
            <a:srgbClr val="2B7D6B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417" name="Freeform 81"/>
          <p:cNvSpPr/>
          <p:nvPr/>
        </p:nvSpPr>
        <p:spPr>
          <a:xfrm rot="5400000">
            <a:off x="5321300" y="1689735"/>
            <a:ext cx="1412875" cy="1822450"/>
          </a:xfrm>
          <a:custGeom>
            <a:avLst/>
            <a:gdLst/>
            <a:ahLst/>
            <a:cxnLst>
              <a:cxn ang="0">
                <a:pos x="1412171" y="1821223"/>
              </a:cxn>
              <a:cxn ang="0">
                <a:pos x="0" y="1511530"/>
              </a:cxn>
              <a:cxn ang="0">
                <a:pos x="0" y="315376"/>
              </a:cxn>
              <a:cxn ang="0">
                <a:pos x="1412171" y="0"/>
              </a:cxn>
              <a:cxn ang="0">
                <a:pos x="1412171" y="1821223"/>
              </a:cxn>
            </a:cxnLst>
            <a:pathLst>
              <a:path w="1027" h="641">
                <a:moveTo>
                  <a:pt x="1027" y="641"/>
                </a:moveTo>
                <a:lnTo>
                  <a:pt x="0" y="532"/>
                </a:lnTo>
                <a:lnTo>
                  <a:pt x="0" y="111"/>
                </a:lnTo>
                <a:lnTo>
                  <a:pt x="1027" y="0"/>
                </a:lnTo>
                <a:lnTo>
                  <a:pt x="1027" y="641"/>
                </a:lnTo>
                <a:close/>
              </a:path>
            </a:pathLst>
          </a:custGeom>
          <a:solidFill>
            <a:srgbClr val="3EB198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4" name="Oval 36"/>
          <p:cNvSpPr/>
          <p:nvPr/>
        </p:nvSpPr>
        <p:spPr>
          <a:xfrm>
            <a:off x="2171700" y="3164523"/>
            <a:ext cx="284163" cy="285750"/>
          </a:xfrm>
          <a:prstGeom prst="ellipse">
            <a:avLst/>
          </a:prstGeom>
          <a:solidFill>
            <a:srgbClr val="2B7D6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Oval 38"/>
          <p:cNvSpPr/>
          <p:nvPr/>
        </p:nvSpPr>
        <p:spPr>
          <a:xfrm>
            <a:off x="4008438" y="3164523"/>
            <a:ext cx="285750" cy="285750"/>
          </a:xfrm>
          <a:prstGeom prst="ellipse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Oval 40"/>
          <p:cNvSpPr/>
          <p:nvPr/>
        </p:nvSpPr>
        <p:spPr>
          <a:xfrm>
            <a:off x="5883275" y="3164523"/>
            <a:ext cx="284163" cy="285750"/>
          </a:xfrm>
          <a:prstGeom prst="ellipse">
            <a:avLst/>
          </a:prstGeom>
          <a:solidFill>
            <a:srgbClr val="3EB198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Oval 42"/>
          <p:cNvSpPr/>
          <p:nvPr/>
        </p:nvSpPr>
        <p:spPr>
          <a:xfrm>
            <a:off x="7726363" y="3164523"/>
            <a:ext cx="284163" cy="285750"/>
          </a:xfrm>
          <a:prstGeom prst="ellipse">
            <a:avLst/>
          </a:prstGeom>
          <a:solidFill>
            <a:srgbClr val="2B7D6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Oval 44"/>
          <p:cNvSpPr/>
          <p:nvPr/>
        </p:nvSpPr>
        <p:spPr>
          <a:xfrm>
            <a:off x="9569450" y="3164523"/>
            <a:ext cx="284163" cy="285750"/>
          </a:xfrm>
          <a:prstGeom prst="ellipse">
            <a:avLst/>
          </a:prstGeom>
          <a:solidFill>
            <a:srgbClr val="B8E6D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9" name="Group 32"/>
          <p:cNvGrpSpPr/>
          <p:nvPr/>
        </p:nvGrpSpPr>
        <p:grpSpPr>
          <a:xfrm>
            <a:off x="5774175" y="1398065"/>
            <a:ext cx="501649" cy="404812"/>
            <a:chOff x="2562226" y="655638"/>
            <a:chExt cx="501650" cy="404813"/>
          </a:xfrm>
          <a:solidFill>
            <a:srgbClr val="3EB198"/>
          </a:solidFill>
        </p:grpSpPr>
        <p:sp>
          <p:nvSpPr>
            <p:cNvPr id="20" name="Freeform 180"/>
            <p:cNvSpPr/>
            <p:nvPr/>
          </p:nvSpPr>
          <p:spPr bwMode="auto">
            <a:xfrm>
              <a:off x="2614613" y="655638"/>
              <a:ext cx="396875" cy="66675"/>
            </a:xfrm>
            <a:custGeom>
              <a:avLst/>
              <a:gdLst>
                <a:gd name="T0" fmla="*/ 250 w 250"/>
                <a:gd name="T1" fmla="*/ 35 h 42"/>
                <a:gd name="T2" fmla="*/ 250 w 250"/>
                <a:gd name="T3" fmla="*/ 35 h 42"/>
                <a:gd name="T4" fmla="*/ 249 w 250"/>
                <a:gd name="T5" fmla="*/ 38 h 42"/>
                <a:gd name="T6" fmla="*/ 247 w 250"/>
                <a:gd name="T7" fmla="*/ 40 h 42"/>
                <a:gd name="T8" fmla="*/ 245 w 250"/>
                <a:gd name="T9" fmla="*/ 42 h 42"/>
                <a:gd name="T10" fmla="*/ 242 w 250"/>
                <a:gd name="T11" fmla="*/ 42 h 42"/>
                <a:gd name="T12" fmla="*/ 6 w 250"/>
                <a:gd name="T13" fmla="*/ 42 h 42"/>
                <a:gd name="T14" fmla="*/ 6 w 250"/>
                <a:gd name="T15" fmla="*/ 42 h 42"/>
                <a:gd name="T16" fmla="*/ 4 w 250"/>
                <a:gd name="T17" fmla="*/ 42 h 42"/>
                <a:gd name="T18" fmla="*/ 2 w 250"/>
                <a:gd name="T19" fmla="*/ 40 h 42"/>
                <a:gd name="T20" fmla="*/ 1 w 250"/>
                <a:gd name="T21" fmla="*/ 38 h 42"/>
                <a:gd name="T22" fmla="*/ 0 w 250"/>
                <a:gd name="T23" fmla="*/ 35 h 42"/>
                <a:gd name="T24" fmla="*/ 0 w 250"/>
                <a:gd name="T25" fmla="*/ 6 h 42"/>
                <a:gd name="T26" fmla="*/ 0 w 250"/>
                <a:gd name="T27" fmla="*/ 6 h 42"/>
                <a:gd name="T28" fmla="*/ 1 w 250"/>
                <a:gd name="T29" fmla="*/ 4 h 42"/>
                <a:gd name="T30" fmla="*/ 2 w 250"/>
                <a:gd name="T31" fmla="*/ 2 h 42"/>
                <a:gd name="T32" fmla="*/ 4 w 250"/>
                <a:gd name="T33" fmla="*/ 0 h 42"/>
                <a:gd name="T34" fmla="*/ 6 w 250"/>
                <a:gd name="T35" fmla="*/ 0 h 42"/>
                <a:gd name="T36" fmla="*/ 242 w 250"/>
                <a:gd name="T37" fmla="*/ 0 h 42"/>
                <a:gd name="T38" fmla="*/ 242 w 250"/>
                <a:gd name="T39" fmla="*/ 0 h 42"/>
                <a:gd name="T40" fmla="*/ 245 w 250"/>
                <a:gd name="T41" fmla="*/ 0 h 42"/>
                <a:gd name="T42" fmla="*/ 247 w 250"/>
                <a:gd name="T43" fmla="*/ 2 h 42"/>
                <a:gd name="T44" fmla="*/ 249 w 250"/>
                <a:gd name="T45" fmla="*/ 4 h 42"/>
                <a:gd name="T46" fmla="*/ 250 w 250"/>
                <a:gd name="T47" fmla="*/ 6 h 42"/>
                <a:gd name="T48" fmla="*/ 250 w 250"/>
                <a:gd name="T49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0" h="42">
                  <a:moveTo>
                    <a:pt x="250" y="35"/>
                  </a:moveTo>
                  <a:lnTo>
                    <a:pt x="250" y="35"/>
                  </a:lnTo>
                  <a:lnTo>
                    <a:pt x="249" y="38"/>
                  </a:lnTo>
                  <a:lnTo>
                    <a:pt x="247" y="40"/>
                  </a:lnTo>
                  <a:lnTo>
                    <a:pt x="245" y="42"/>
                  </a:lnTo>
                  <a:lnTo>
                    <a:pt x="242" y="42"/>
                  </a:lnTo>
                  <a:lnTo>
                    <a:pt x="6" y="42"/>
                  </a:lnTo>
                  <a:lnTo>
                    <a:pt x="6" y="42"/>
                  </a:lnTo>
                  <a:lnTo>
                    <a:pt x="4" y="42"/>
                  </a:lnTo>
                  <a:lnTo>
                    <a:pt x="2" y="40"/>
                  </a:lnTo>
                  <a:lnTo>
                    <a:pt x="1" y="38"/>
                  </a:lnTo>
                  <a:lnTo>
                    <a:pt x="0" y="3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45" y="0"/>
                  </a:lnTo>
                  <a:lnTo>
                    <a:pt x="247" y="2"/>
                  </a:lnTo>
                  <a:lnTo>
                    <a:pt x="249" y="4"/>
                  </a:lnTo>
                  <a:lnTo>
                    <a:pt x="250" y="6"/>
                  </a:lnTo>
                  <a:lnTo>
                    <a:pt x="25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" name="Rectangle 181"/>
            <p:cNvSpPr>
              <a:spLocks noChangeArrowheads="1"/>
            </p:cNvSpPr>
            <p:nvPr/>
          </p:nvSpPr>
          <p:spPr bwMode="auto">
            <a:xfrm>
              <a:off x="2751138" y="893763"/>
              <a:ext cx="122238" cy="149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" name="Freeform 182"/>
            <p:cNvSpPr/>
            <p:nvPr/>
          </p:nvSpPr>
          <p:spPr bwMode="auto">
            <a:xfrm>
              <a:off x="2671763" y="990601"/>
              <a:ext cx="290513" cy="69850"/>
            </a:xfrm>
            <a:custGeom>
              <a:avLst/>
              <a:gdLst>
                <a:gd name="T0" fmla="*/ 183 w 183"/>
                <a:gd name="T1" fmla="*/ 44 h 44"/>
                <a:gd name="T2" fmla="*/ 183 w 183"/>
                <a:gd name="T3" fmla="*/ 34 h 44"/>
                <a:gd name="T4" fmla="*/ 183 w 183"/>
                <a:gd name="T5" fmla="*/ 34 h 44"/>
                <a:gd name="T6" fmla="*/ 182 w 183"/>
                <a:gd name="T7" fmla="*/ 27 h 44"/>
                <a:gd name="T8" fmla="*/ 180 w 183"/>
                <a:gd name="T9" fmla="*/ 22 h 44"/>
                <a:gd name="T10" fmla="*/ 177 w 183"/>
                <a:gd name="T11" fmla="*/ 15 h 44"/>
                <a:gd name="T12" fmla="*/ 173 w 183"/>
                <a:gd name="T13" fmla="*/ 10 h 44"/>
                <a:gd name="T14" fmla="*/ 167 w 183"/>
                <a:gd name="T15" fmla="*/ 6 h 44"/>
                <a:gd name="T16" fmla="*/ 161 w 183"/>
                <a:gd name="T17" fmla="*/ 2 h 44"/>
                <a:gd name="T18" fmla="*/ 156 w 183"/>
                <a:gd name="T19" fmla="*/ 1 h 44"/>
                <a:gd name="T20" fmla="*/ 148 w 183"/>
                <a:gd name="T21" fmla="*/ 0 h 44"/>
                <a:gd name="T22" fmla="*/ 34 w 183"/>
                <a:gd name="T23" fmla="*/ 0 h 44"/>
                <a:gd name="T24" fmla="*/ 34 w 183"/>
                <a:gd name="T25" fmla="*/ 0 h 44"/>
                <a:gd name="T26" fmla="*/ 27 w 183"/>
                <a:gd name="T27" fmla="*/ 1 h 44"/>
                <a:gd name="T28" fmla="*/ 20 w 183"/>
                <a:gd name="T29" fmla="*/ 2 h 44"/>
                <a:gd name="T30" fmla="*/ 15 w 183"/>
                <a:gd name="T31" fmla="*/ 6 h 44"/>
                <a:gd name="T32" fmla="*/ 10 w 183"/>
                <a:gd name="T33" fmla="*/ 10 h 44"/>
                <a:gd name="T34" fmla="*/ 6 w 183"/>
                <a:gd name="T35" fmla="*/ 15 h 44"/>
                <a:gd name="T36" fmla="*/ 2 w 183"/>
                <a:gd name="T37" fmla="*/ 22 h 44"/>
                <a:gd name="T38" fmla="*/ 0 w 183"/>
                <a:gd name="T39" fmla="*/ 27 h 44"/>
                <a:gd name="T40" fmla="*/ 0 w 183"/>
                <a:gd name="T41" fmla="*/ 34 h 44"/>
                <a:gd name="T42" fmla="*/ 0 w 183"/>
                <a:gd name="T43" fmla="*/ 44 h 44"/>
                <a:gd name="T44" fmla="*/ 183 w 183"/>
                <a:gd name="T45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3" h="44">
                  <a:moveTo>
                    <a:pt x="183" y="44"/>
                  </a:moveTo>
                  <a:lnTo>
                    <a:pt x="183" y="34"/>
                  </a:lnTo>
                  <a:lnTo>
                    <a:pt x="183" y="34"/>
                  </a:lnTo>
                  <a:lnTo>
                    <a:pt x="182" y="27"/>
                  </a:lnTo>
                  <a:lnTo>
                    <a:pt x="180" y="22"/>
                  </a:lnTo>
                  <a:lnTo>
                    <a:pt x="177" y="15"/>
                  </a:lnTo>
                  <a:lnTo>
                    <a:pt x="173" y="10"/>
                  </a:lnTo>
                  <a:lnTo>
                    <a:pt x="167" y="6"/>
                  </a:lnTo>
                  <a:lnTo>
                    <a:pt x="161" y="2"/>
                  </a:lnTo>
                  <a:lnTo>
                    <a:pt x="156" y="1"/>
                  </a:lnTo>
                  <a:lnTo>
                    <a:pt x="148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20" y="2"/>
                  </a:lnTo>
                  <a:lnTo>
                    <a:pt x="15" y="6"/>
                  </a:lnTo>
                  <a:lnTo>
                    <a:pt x="10" y="10"/>
                  </a:lnTo>
                  <a:lnTo>
                    <a:pt x="6" y="15"/>
                  </a:lnTo>
                  <a:lnTo>
                    <a:pt x="2" y="22"/>
                  </a:lnTo>
                  <a:lnTo>
                    <a:pt x="0" y="27"/>
                  </a:lnTo>
                  <a:lnTo>
                    <a:pt x="0" y="34"/>
                  </a:lnTo>
                  <a:lnTo>
                    <a:pt x="0" y="44"/>
                  </a:lnTo>
                  <a:lnTo>
                    <a:pt x="183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3" name="Freeform 183"/>
            <p:cNvSpPr>
              <a:spLocks noEditPoints="1"/>
            </p:cNvSpPr>
            <p:nvPr/>
          </p:nvSpPr>
          <p:spPr bwMode="auto">
            <a:xfrm>
              <a:off x="2562226" y="750888"/>
              <a:ext cx="192088" cy="115888"/>
            </a:xfrm>
            <a:custGeom>
              <a:avLst/>
              <a:gdLst>
                <a:gd name="T0" fmla="*/ 113 w 121"/>
                <a:gd name="T1" fmla="*/ 29 h 73"/>
                <a:gd name="T2" fmla="*/ 111 w 121"/>
                <a:gd name="T3" fmla="*/ 25 h 73"/>
                <a:gd name="T4" fmla="*/ 114 w 121"/>
                <a:gd name="T5" fmla="*/ 24 h 73"/>
                <a:gd name="T6" fmla="*/ 120 w 121"/>
                <a:gd name="T7" fmla="*/ 23 h 73"/>
                <a:gd name="T8" fmla="*/ 114 w 121"/>
                <a:gd name="T9" fmla="*/ 13 h 73"/>
                <a:gd name="T10" fmla="*/ 108 w 121"/>
                <a:gd name="T11" fmla="*/ 7 h 73"/>
                <a:gd name="T12" fmla="*/ 97 w 121"/>
                <a:gd name="T13" fmla="*/ 1 h 73"/>
                <a:gd name="T14" fmla="*/ 87 w 121"/>
                <a:gd name="T15" fmla="*/ 0 h 73"/>
                <a:gd name="T16" fmla="*/ 34 w 121"/>
                <a:gd name="T17" fmla="*/ 0 h 73"/>
                <a:gd name="T18" fmla="*/ 21 w 121"/>
                <a:gd name="T19" fmla="*/ 2 h 73"/>
                <a:gd name="T20" fmla="*/ 10 w 121"/>
                <a:gd name="T21" fmla="*/ 10 h 73"/>
                <a:gd name="T22" fmla="*/ 2 w 121"/>
                <a:gd name="T23" fmla="*/ 20 h 73"/>
                <a:gd name="T24" fmla="*/ 0 w 121"/>
                <a:gd name="T25" fmla="*/ 34 h 73"/>
                <a:gd name="T26" fmla="*/ 0 w 121"/>
                <a:gd name="T27" fmla="*/ 37 h 73"/>
                <a:gd name="T28" fmla="*/ 2 w 121"/>
                <a:gd name="T29" fmla="*/ 51 h 73"/>
                <a:gd name="T30" fmla="*/ 10 w 121"/>
                <a:gd name="T31" fmla="*/ 62 h 73"/>
                <a:gd name="T32" fmla="*/ 21 w 121"/>
                <a:gd name="T33" fmla="*/ 69 h 73"/>
                <a:gd name="T34" fmla="*/ 34 w 121"/>
                <a:gd name="T35" fmla="*/ 73 h 73"/>
                <a:gd name="T36" fmla="*/ 87 w 121"/>
                <a:gd name="T37" fmla="*/ 73 h 73"/>
                <a:gd name="T38" fmla="*/ 101 w 121"/>
                <a:gd name="T39" fmla="*/ 69 h 73"/>
                <a:gd name="T40" fmla="*/ 111 w 121"/>
                <a:gd name="T41" fmla="*/ 62 h 73"/>
                <a:gd name="T42" fmla="*/ 119 w 121"/>
                <a:gd name="T43" fmla="*/ 51 h 73"/>
                <a:gd name="T44" fmla="*/ 121 w 121"/>
                <a:gd name="T45" fmla="*/ 37 h 73"/>
                <a:gd name="T46" fmla="*/ 113 w 121"/>
                <a:gd name="T47" fmla="*/ 29 h 73"/>
                <a:gd name="T48" fmla="*/ 110 w 121"/>
                <a:gd name="T49" fmla="*/ 37 h 73"/>
                <a:gd name="T50" fmla="*/ 108 w 121"/>
                <a:gd name="T51" fmla="*/ 46 h 73"/>
                <a:gd name="T52" fmla="*/ 102 w 121"/>
                <a:gd name="T53" fmla="*/ 54 h 73"/>
                <a:gd name="T54" fmla="*/ 93 w 121"/>
                <a:gd name="T55" fmla="*/ 60 h 73"/>
                <a:gd name="T56" fmla="*/ 81 w 121"/>
                <a:gd name="T57" fmla="*/ 62 h 73"/>
                <a:gd name="T58" fmla="*/ 39 w 121"/>
                <a:gd name="T59" fmla="*/ 62 h 73"/>
                <a:gd name="T60" fmla="*/ 28 w 121"/>
                <a:gd name="T61" fmla="*/ 60 h 73"/>
                <a:gd name="T62" fmla="*/ 19 w 121"/>
                <a:gd name="T63" fmla="*/ 54 h 73"/>
                <a:gd name="T64" fmla="*/ 13 w 121"/>
                <a:gd name="T65" fmla="*/ 46 h 73"/>
                <a:gd name="T66" fmla="*/ 11 w 121"/>
                <a:gd name="T67" fmla="*/ 37 h 73"/>
                <a:gd name="T68" fmla="*/ 11 w 121"/>
                <a:gd name="T69" fmla="*/ 35 h 73"/>
                <a:gd name="T70" fmla="*/ 13 w 121"/>
                <a:gd name="T71" fmla="*/ 25 h 73"/>
                <a:gd name="T72" fmla="*/ 19 w 121"/>
                <a:gd name="T73" fmla="*/ 17 h 73"/>
                <a:gd name="T74" fmla="*/ 28 w 121"/>
                <a:gd name="T75" fmla="*/ 12 h 73"/>
                <a:gd name="T76" fmla="*/ 39 w 121"/>
                <a:gd name="T77" fmla="*/ 10 h 73"/>
                <a:gd name="T78" fmla="*/ 81 w 121"/>
                <a:gd name="T79" fmla="*/ 10 h 73"/>
                <a:gd name="T80" fmla="*/ 93 w 121"/>
                <a:gd name="T81" fmla="*/ 12 h 73"/>
                <a:gd name="T82" fmla="*/ 102 w 121"/>
                <a:gd name="T83" fmla="*/ 17 h 73"/>
                <a:gd name="T84" fmla="*/ 108 w 121"/>
                <a:gd name="T85" fmla="*/ 25 h 73"/>
                <a:gd name="T86" fmla="*/ 110 w 121"/>
                <a:gd name="T87" fmla="*/ 3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1" h="73">
                  <a:moveTo>
                    <a:pt x="113" y="29"/>
                  </a:moveTo>
                  <a:lnTo>
                    <a:pt x="113" y="29"/>
                  </a:lnTo>
                  <a:lnTo>
                    <a:pt x="111" y="27"/>
                  </a:lnTo>
                  <a:lnTo>
                    <a:pt x="111" y="25"/>
                  </a:lnTo>
                  <a:lnTo>
                    <a:pt x="112" y="24"/>
                  </a:lnTo>
                  <a:lnTo>
                    <a:pt x="114" y="24"/>
                  </a:lnTo>
                  <a:lnTo>
                    <a:pt x="120" y="23"/>
                  </a:lnTo>
                  <a:lnTo>
                    <a:pt x="120" y="23"/>
                  </a:lnTo>
                  <a:lnTo>
                    <a:pt x="118" y="18"/>
                  </a:lnTo>
                  <a:lnTo>
                    <a:pt x="114" y="13"/>
                  </a:lnTo>
                  <a:lnTo>
                    <a:pt x="111" y="10"/>
                  </a:lnTo>
                  <a:lnTo>
                    <a:pt x="108" y="7"/>
                  </a:lnTo>
                  <a:lnTo>
                    <a:pt x="103" y="3"/>
                  </a:lnTo>
                  <a:lnTo>
                    <a:pt x="97" y="1"/>
                  </a:lnTo>
                  <a:lnTo>
                    <a:pt x="93" y="0"/>
                  </a:lnTo>
                  <a:lnTo>
                    <a:pt x="87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27" y="0"/>
                  </a:lnTo>
                  <a:lnTo>
                    <a:pt x="21" y="2"/>
                  </a:lnTo>
                  <a:lnTo>
                    <a:pt x="14" y="5"/>
                  </a:lnTo>
                  <a:lnTo>
                    <a:pt x="10" y="10"/>
                  </a:lnTo>
                  <a:lnTo>
                    <a:pt x="5" y="15"/>
                  </a:lnTo>
                  <a:lnTo>
                    <a:pt x="2" y="20"/>
                  </a:lnTo>
                  <a:lnTo>
                    <a:pt x="1" y="27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" y="44"/>
                  </a:lnTo>
                  <a:lnTo>
                    <a:pt x="2" y="51"/>
                  </a:lnTo>
                  <a:lnTo>
                    <a:pt x="5" y="57"/>
                  </a:lnTo>
                  <a:lnTo>
                    <a:pt x="10" y="62"/>
                  </a:lnTo>
                  <a:lnTo>
                    <a:pt x="14" y="67"/>
                  </a:lnTo>
                  <a:lnTo>
                    <a:pt x="21" y="69"/>
                  </a:lnTo>
                  <a:lnTo>
                    <a:pt x="27" y="71"/>
                  </a:lnTo>
                  <a:lnTo>
                    <a:pt x="34" y="73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94" y="71"/>
                  </a:lnTo>
                  <a:lnTo>
                    <a:pt x="101" y="69"/>
                  </a:lnTo>
                  <a:lnTo>
                    <a:pt x="106" y="67"/>
                  </a:lnTo>
                  <a:lnTo>
                    <a:pt x="111" y="62"/>
                  </a:lnTo>
                  <a:lnTo>
                    <a:pt x="116" y="57"/>
                  </a:lnTo>
                  <a:lnTo>
                    <a:pt x="119" y="51"/>
                  </a:lnTo>
                  <a:lnTo>
                    <a:pt x="121" y="44"/>
                  </a:lnTo>
                  <a:lnTo>
                    <a:pt x="121" y="37"/>
                  </a:lnTo>
                  <a:lnTo>
                    <a:pt x="121" y="37"/>
                  </a:lnTo>
                  <a:lnTo>
                    <a:pt x="113" y="29"/>
                  </a:lnTo>
                  <a:close/>
                  <a:moveTo>
                    <a:pt x="110" y="37"/>
                  </a:moveTo>
                  <a:lnTo>
                    <a:pt x="110" y="37"/>
                  </a:lnTo>
                  <a:lnTo>
                    <a:pt x="110" y="42"/>
                  </a:lnTo>
                  <a:lnTo>
                    <a:pt x="108" y="46"/>
                  </a:lnTo>
                  <a:lnTo>
                    <a:pt x="105" y="51"/>
                  </a:lnTo>
                  <a:lnTo>
                    <a:pt x="102" y="54"/>
                  </a:lnTo>
                  <a:lnTo>
                    <a:pt x="97" y="58"/>
                  </a:lnTo>
                  <a:lnTo>
                    <a:pt x="93" y="60"/>
                  </a:lnTo>
                  <a:lnTo>
                    <a:pt x="87" y="61"/>
                  </a:lnTo>
                  <a:lnTo>
                    <a:pt x="81" y="62"/>
                  </a:lnTo>
                  <a:lnTo>
                    <a:pt x="39" y="62"/>
                  </a:lnTo>
                  <a:lnTo>
                    <a:pt x="39" y="62"/>
                  </a:lnTo>
                  <a:lnTo>
                    <a:pt x="34" y="61"/>
                  </a:lnTo>
                  <a:lnTo>
                    <a:pt x="28" y="60"/>
                  </a:lnTo>
                  <a:lnTo>
                    <a:pt x="23" y="58"/>
                  </a:lnTo>
                  <a:lnTo>
                    <a:pt x="19" y="54"/>
                  </a:lnTo>
                  <a:lnTo>
                    <a:pt x="15" y="51"/>
                  </a:lnTo>
                  <a:lnTo>
                    <a:pt x="13" y="46"/>
                  </a:lnTo>
                  <a:lnTo>
                    <a:pt x="12" y="42"/>
                  </a:lnTo>
                  <a:lnTo>
                    <a:pt x="11" y="37"/>
                  </a:lnTo>
                  <a:lnTo>
                    <a:pt x="11" y="35"/>
                  </a:lnTo>
                  <a:lnTo>
                    <a:pt x="11" y="35"/>
                  </a:lnTo>
                  <a:lnTo>
                    <a:pt x="12" y="29"/>
                  </a:lnTo>
                  <a:lnTo>
                    <a:pt x="13" y="25"/>
                  </a:lnTo>
                  <a:lnTo>
                    <a:pt x="15" y="20"/>
                  </a:lnTo>
                  <a:lnTo>
                    <a:pt x="19" y="17"/>
                  </a:lnTo>
                  <a:lnTo>
                    <a:pt x="23" y="15"/>
                  </a:lnTo>
                  <a:lnTo>
                    <a:pt x="28" y="12"/>
                  </a:lnTo>
                  <a:lnTo>
                    <a:pt x="34" y="10"/>
                  </a:lnTo>
                  <a:lnTo>
                    <a:pt x="39" y="10"/>
                  </a:lnTo>
                  <a:lnTo>
                    <a:pt x="81" y="10"/>
                  </a:lnTo>
                  <a:lnTo>
                    <a:pt x="81" y="10"/>
                  </a:lnTo>
                  <a:lnTo>
                    <a:pt x="87" y="10"/>
                  </a:lnTo>
                  <a:lnTo>
                    <a:pt x="93" y="12"/>
                  </a:lnTo>
                  <a:lnTo>
                    <a:pt x="97" y="15"/>
                  </a:lnTo>
                  <a:lnTo>
                    <a:pt x="102" y="17"/>
                  </a:lnTo>
                  <a:lnTo>
                    <a:pt x="105" y="20"/>
                  </a:lnTo>
                  <a:lnTo>
                    <a:pt x="108" y="25"/>
                  </a:lnTo>
                  <a:lnTo>
                    <a:pt x="110" y="29"/>
                  </a:lnTo>
                  <a:lnTo>
                    <a:pt x="110" y="35"/>
                  </a:lnTo>
                  <a:lnTo>
                    <a:pt x="11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4" name="Freeform 184"/>
            <p:cNvSpPr>
              <a:spLocks noEditPoints="1"/>
            </p:cNvSpPr>
            <p:nvPr/>
          </p:nvSpPr>
          <p:spPr bwMode="auto">
            <a:xfrm>
              <a:off x="2868613" y="750888"/>
              <a:ext cx="195263" cy="115888"/>
            </a:xfrm>
            <a:custGeom>
              <a:avLst/>
              <a:gdLst>
                <a:gd name="T0" fmla="*/ 35 w 123"/>
                <a:gd name="T1" fmla="*/ 0 h 73"/>
                <a:gd name="T2" fmla="*/ 29 w 123"/>
                <a:gd name="T3" fmla="*/ 0 h 73"/>
                <a:gd name="T4" fmla="*/ 19 w 123"/>
                <a:gd name="T5" fmla="*/ 3 h 73"/>
                <a:gd name="T6" fmla="*/ 10 w 123"/>
                <a:gd name="T7" fmla="*/ 10 h 73"/>
                <a:gd name="T8" fmla="*/ 4 w 123"/>
                <a:gd name="T9" fmla="*/ 18 h 73"/>
                <a:gd name="T10" fmla="*/ 7 w 123"/>
                <a:gd name="T11" fmla="*/ 24 h 73"/>
                <a:gd name="T12" fmla="*/ 10 w 123"/>
                <a:gd name="T13" fmla="*/ 24 h 73"/>
                <a:gd name="T14" fmla="*/ 10 w 123"/>
                <a:gd name="T15" fmla="*/ 27 h 73"/>
                <a:gd name="T16" fmla="*/ 0 w 123"/>
                <a:gd name="T17" fmla="*/ 37 h 73"/>
                <a:gd name="T18" fmla="*/ 0 w 123"/>
                <a:gd name="T19" fmla="*/ 37 h 73"/>
                <a:gd name="T20" fmla="*/ 3 w 123"/>
                <a:gd name="T21" fmla="*/ 51 h 73"/>
                <a:gd name="T22" fmla="*/ 10 w 123"/>
                <a:gd name="T23" fmla="*/ 62 h 73"/>
                <a:gd name="T24" fmla="*/ 21 w 123"/>
                <a:gd name="T25" fmla="*/ 69 h 73"/>
                <a:gd name="T26" fmla="*/ 35 w 123"/>
                <a:gd name="T27" fmla="*/ 73 h 73"/>
                <a:gd name="T28" fmla="*/ 87 w 123"/>
                <a:gd name="T29" fmla="*/ 73 h 73"/>
                <a:gd name="T30" fmla="*/ 101 w 123"/>
                <a:gd name="T31" fmla="*/ 69 h 73"/>
                <a:gd name="T32" fmla="*/ 112 w 123"/>
                <a:gd name="T33" fmla="*/ 62 h 73"/>
                <a:gd name="T34" fmla="*/ 119 w 123"/>
                <a:gd name="T35" fmla="*/ 51 h 73"/>
                <a:gd name="T36" fmla="*/ 123 w 123"/>
                <a:gd name="T37" fmla="*/ 37 h 73"/>
                <a:gd name="T38" fmla="*/ 123 w 123"/>
                <a:gd name="T39" fmla="*/ 34 h 73"/>
                <a:gd name="T40" fmla="*/ 119 w 123"/>
                <a:gd name="T41" fmla="*/ 20 h 73"/>
                <a:gd name="T42" fmla="*/ 112 w 123"/>
                <a:gd name="T43" fmla="*/ 10 h 73"/>
                <a:gd name="T44" fmla="*/ 101 w 123"/>
                <a:gd name="T45" fmla="*/ 2 h 73"/>
                <a:gd name="T46" fmla="*/ 87 w 123"/>
                <a:gd name="T47" fmla="*/ 0 h 73"/>
                <a:gd name="T48" fmla="*/ 110 w 123"/>
                <a:gd name="T49" fmla="*/ 37 h 73"/>
                <a:gd name="T50" fmla="*/ 108 w 123"/>
                <a:gd name="T51" fmla="*/ 46 h 73"/>
                <a:gd name="T52" fmla="*/ 102 w 123"/>
                <a:gd name="T53" fmla="*/ 54 h 73"/>
                <a:gd name="T54" fmla="*/ 93 w 123"/>
                <a:gd name="T55" fmla="*/ 60 h 73"/>
                <a:gd name="T56" fmla="*/ 83 w 123"/>
                <a:gd name="T57" fmla="*/ 62 h 73"/>
                <a:gd name="T58" fmla="*/ 40 w 123"/>
                <a:gd name="T59" fmla="*/ 62 h 73"/>
                <a:gd name="T60" fmla="*/ 29 w 123"/>
                <a:gd name="T61" fmla="*/ 60 h 73"/>
                <a:gd name="T62" fmla="*/ 20 w 123"/>
                <a:gd name="T63" fmla="*/ 54 h 73"/>
                <a:gd name="T64" fmla="*/ 15 w 123"/>
                <a:gd name="T65" fmla="*/ 46 h 73"/>
                <a:gd name="T66" fmla="*/ 12 w 123"/>
                <a:gd name="T67" fmla="*/ 37 h 73"/>
                <a:gd name="T68" fmla="*/ 12 w 123"/>
                <a:gd name="T69" fmla="*/ 35 h 73"/>
                <a:gd name="T70" fmla="*/ 15 w 123"/>
                <a:gd name="T71" fmla="*/ 25 h 73"/>
                <a:gd name="T72" fmla="*/ 20 w 123"/>
                <a:gd name="T73" fmla="*/ 17 h 73"/>
                <a:gd name="T74" fmla="*/ 29 w 123"/>
                <a:gd name="T75" fmla="*/ 12 h 73"/>
                <a:gd name="T76" fmla="*/ 40 w 123"/>
                <a:gd name="T77" fmla="*/ 10 h 73"/>
                <a:gd name="T78" fmla="*/ 83 w 123"/>
                <a:gd name="T79" fmla="*/ 10 h 73"/>
                <a:gd name="T80" fmla="*/ 93 w 123"/>
                <a:gd name="T81" fmla="*/ 12 h 73"/>
                <a:gd name="T82" fmla="*/ 102 w 123"/>
                <a:gd name="T83" fmla="*/ 17 h 73"/>
                <a:gd name="T84" fmla="*/ 108 w 123"/>
                <a:gd name="T85" fmla="*/ 25 h 73"/>
                <a:gd name="T86" fmla="*/ 110 w 123"/>
                <a:gd name="T87" fmla="*/ 3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3" h="73">
                  <a:moveTo>
                    <a:pt x="87" y="0"/>
                  </a:moveTo>
                  <a:lnTo>
                    <a:pt x="35" y="0"/>
                  </a:lnTo>
                  <a:lnTo>
                    <a:pt x="35" y="0"/>
                  </a:lnTo>
                  <a:lnTo>
                    <a:pt x="29" y="0"/>
                  </a:lnTo>
                  <a:lnTo>
                    <a:pt x="24" y="1"/>
                  </a:lnTo>
                  <a:lnTo>
                    <a:pt x="19" y="3"/>
                  </a:lnTo>
                  <a:lnTo>
                    <a:pt x="15" y="7"/>
                  </a:lnTo>
                  <a:lnTo>
                    <a:pt x="10" y="10"/>
                  </a:lnTo>
                  <a:lnTo>
                    <a:pt x="7" y="13"/>
                  </a:lnTo>
                  <a:lnTo>
                    <a:pt x="4" y="18"/>
                  </a:lnTo>
                  <a:lnTo>
                    <a:pt x="2" y="23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10" y="24"/>
                  </a:lnTo>
                  <a:lnTo>
                    <a:pt x="10" y="25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" y="44"/>
                  </a:lnTo>
                  <a:lnTo>
                    <a:pt x="3" y="51"/>
                  </a:lnTo>
                  <a:lnTo>
                    <a:pt x="6" y="57"/>
                  </a:lnTo>
                  <a:lnTo>
                    <a:pt x="10" y="62"/>
                  </a:lnTo>
                  <a:lnTo>
                    <a:pt x="16" y="67"/>
                  </a:lnTo>
                  <a:lnTo>
                    <a:pt x="21" y="69"/>
                  </a:lnTo>
                  <a:lnTo>
                    <a:pt x="28" y="71"/>
                  </a:lnTo>
                  <a:lnTo>
                    <a:pt x="35" y="73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94" y="71"/>
                  </a:lnTo>
                  <a:lnTo>
                    <a:pt x="101" y="69"/>
                  </a:lnTo>
                  <a:lnTo>
                    <a:pt x="107" y="67"/>
                  </a:lnTo>
                  <a:lnTo>
                    <a:pt x="112" y="62"/>
                  </a:lnTo>
                  <a:lnTo>
                    <a:pt x="116" y="57"/>
                  </a:lnTo>
                  <a:lnTo>
                    <a:pt x="119" y="51"/>
                  </a:lnTo>
                  <a:lnTo>
                    <a:pt x="122" y="44"/>
                  </a:lnTo>
                  <a:lnTo>
                    <a:pt x="123" y="37"/>
                  </a:lnTo>
                  <a:lnTo>
                    <a:pt x="123" y="34"/>
                  </a:lnTo>
                  <a:lnTo>
                    <a:pt x="123" y="34"/>
                  </a:lnTo>
                  <a:lnTo>
                    <a:pt x="122" y="27"/>
                  </a:lnTo>
                  <a:lnTo>
                    <a:pt x="119" y="20"/>
                  </a:lnTo>
                  <a:lnTo>
                    <a:pt x="116" y="15"/>
                  </a:lnTo>
                  <a:lnTo>
                    <a:pt x="112" y="10"/>
                  </a:lnTo>
                  <a:lnTo>
                    <a:pt x="107" y="5"/>
                  </a:lnTo>
                  <a:lnTo>
                    <a:pt x="101" y="2"/>
                  </a:lnTo>
                  <a:lnTo>
                    <a:pt x="94" y="0"/>
                  </a:lnTo>
                  <a:lnTo>
                    <a:pt x="87" y="0"/>
                  </a:lnTo>
                  <a:close/>
                  <a:moveTo>
                    <a:pt x="110" y="37"/>
                  </a:moveTo>
                  <a:lnTo>
                    <a:pt x="110" y="37"/>
                  </a:lnTo>
                  <a:lnTo>
                    <a:pt x="110" y="42"/>
                  </a:lnTo>
                  <a:lnTo>
                    <a:pt x="108" y="46"/>
                  </a:lnTo>
                  <a:lnTo>
                    <a:pt x="106" y="51"/>
                  </a:lnTo>
                  <a:lnTo>
                    <a:pt x="102" y="54"/>
                  </a:lnTo>
                  <a:lnTo>
                    <a:pt x="99" y="58"/>
                  </a:lnTo>
                  <a:lnTo>
                    <a:pt x="93" y="60"/>
                  </a:lnTo>
                  <a:lnTo>
                    <a:pt x="89" y="61"/>
                  </a:lnTo>
                  <a:lnTo>
                    <a:pt x="83" y="62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34" y="61"/>
                  </a:lnTo>
                  <a:lnTo>
                    <a:pt x="29" y="60"/>
                  </a:lnTo>
                  <a:lnTo>
                    <a:pt x="24" y="58"/>
                  </a:lnTo>
                  <a:lnTo>
                    <a:pt x="20" y="54"/>
                  </a:lnTo>
                  <a:lnTo>
                    <a:pt x="17" y="51"/>
                  </a:lnTo>
                  <a:lnTo>
                    <a:pt x="15" y="46"/>
                  </a:lnTo>
                  <a:lnTo>
                    <a:pt x="12" y="42"/>
                  </a:lnTo>
                  <a:lnTo>
                    <a:pt x="12" y="37"/>
                  </a:lnTo>
                  <a:lnTo>
                    <a:pt x="12" y="35"/>
                  </a:lnTo>
                  <a:lnTo>
                    <a:pt x="12" y="35"/>
                  </a:lnTo>
                  <a:lnTo>
                    <a:pt x="12" y="29"/>
                  </a:lnTo>
                  <a:lnTo>
                    <a:pt x="15" y="25"/>
                  </a:lnTo>
                  <a:lnTo>
                    <a:pt x="17" y="20"/>
                  </a:lnTo>
                  <a:lnTo>
                    <a:pt x="20" y="17"/>
                  </a:lnTo>
                  <a:lnTo>
                    <a:pt x="24" y="15"/>
                  </a:lnTo>
                  <a:lnTo>
                    <a:pt x="29" y="12"/>
                  </a:lnTo>
                  <a:lnTo>
                    <a:pt x="34" y="10"/>
                  </a:lnTo>
                  <a:lnTo>
                    <a:pt x="40" y="10"/>
                  </a:lnTo>
                  <a:lnTo>
                    <a:pt x="83" y="10"/>
                  </a:lnTo>
                  <a:lnTo>
                    <a:pt x="83" y="10"/>
                  </a:lnTo>
                  <a:lnTo>
                    <a:pt x="89" y="10"/>
                  </a:lnTo>
                  <a:lnTo>
                    <a:pt x="93" y="12"/>
                  </a:lnTo>
                  <a:lnTo>
                    <a:pt x="99" y="15"/>
                  </a:lnTo>
                  <a:lnTo>
                    <a:pt x="102" y="17"/>
                  </a:lnTo>
                  <a:lnTo>
                    <a:pt x="106" y="20"/>
                  </a:lnTo>
                  <a:lnTo>
                    <a:pt x="108" y="25"/>
                  </a:lnTo>
                  <a:lnTo>
                    <a:pt x="110" y="29"/>
                  </a:lnTo>
                  <a:lnTo>
                    <a:pt x="110" y="35"/>
                  </a:lnTo>
                  <a:lnTo>
                    <a:pt x="11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5" name="Freeform 185"/>
            <p:cNvSpPr/>
            <p:nvPr/>
          </p:nvSpPr>
          <p:spPr bwMode="auto">
            <a:xfrm>
              <a:off x="2868613" y="750888"/>
              <a:ext cx="195263" cy="115888"/>
            </a:xfrm>
            <a:custGeom>
              <a:avLst/>
              <a:gdLst>
                <a:gd name="T0" fmla="*/ 87 w 123"/>
                <a:gd name="T1" fmla="*/ 0 h 73"/>
                <a:gd name="T2" fmla="*/ 35 w 123"/>
                <a:gd name="T3" fmla="*/ 0 h 73"/>
                <a:gd name="T4" fmla="*/ 35 w 123"/>
                <a:gd name="T5" fmla="*/ 0 h 73"/>
                <a:gd name="T6" fmla="*/ 29 w 123"/>
                <a:gd name="T7" fmla="*/ 0 h 73"/>
                <a:gd name="T8" fmla="*/ 24 w 123"/>
                <a:gd name="T9" fmla="*/ 1 h 73"/>
                <a:gd name="T10" fmla="*/ 19 w 123"/>
                <a:gd name="T11" fmla="*/ 3 h 73"/>
                <a:gd name="T12" fmla="*/ 15 w 123"/>
                <a:gd name="T13" fmla="*/ 7 h 73"/>
                <a:gd name="T14" fmla="*/ 10 w 123"/>
                <a:gd name="T15" fmla="*/ 10 h 73"/>
                <a:gd name="T16" fmla="*/ 7 w 123"/>
                <a:gd name="T17" fmla="*/ 13 h 73"/>
                <a:gd name="T18" fmla="*/ 4 w 123"/>
                <a:gd name="T19" fmla="*/ 18 h 73"/>
                <a:gd name="T20" fmla="*/ 2 w 123"/>
                <a:gd name="T21" fmla="*/ 23 h 73"/>
                <a:gd name="T22" fmla="*/ 7 w 123"/>
                <a:gd name="T23" fmla="*/ 24 h 73"/>
                <a:gd name="T24" fmla="*/ 7 w 123"/>
                <a:gd name="T25" fmla="*/ 24 h 73"/>
                <a:gd name="T26" fmla="*/ 10 w 123"/>
                <a:gd name="T27" fmla="*/ 24 h 73"/>
                <a:gd name="T28" fmla="*/ 10 w 123"/>
                <a:gd name="T29" fmla="*/ 25 h 73"/>
                <a:gd name="T30" fmla="*/ 10 w 123"/>
                <a:gd name="T31" fmla="*/ 27 h 73"/>
                <a:gd name="T32" fmla="*/ 9 w 123"/>
                <a:gd name="T33" fmla="*/ 29 h 73"/>
                <a:gd name="T34" fmla="*/ 0 w 123"/>
                <a:gd name="T35" fmla="*/ 37 h 73"/>
                <a:gd name="T36" fmla="*/ 0 w 123"/>
                <a:gd name="T37" fmla="*/ 37 h 73"/>
                <a:gd name="T38" fmla="*/ 0 w 123"/>
                <a:gd name="T39" fmla="*/ 37 h 73"/>
                <a:gd name="T40" fmla="*/ 1 w 123"/>
                <a:gd name="T41" fmla="*/ 44 h 73"/>
                <a:gd name="T42" fmla="*/ 3 w 123"/>
                <a:gd name="T43" fmla="*/ 51 h 73"/>
                <a:gd name="T44" fmla="*/ 6 w 123"/>
                <a:gd name="T45" fmla="*/ 57 h 73"/>
                <a:gd name="T46" fmla="*/ 10 w 123"/>
                <a:gd name="T47" fmla="*/ 62 h 73"/>
                <a:gd name="T48" fmla="*/ 16 w 123"/>
                <a:gd name="T49" fmla="*/ 67 h 73"/>
                <a:gd name="T50" fmla="*/ 21 w 123"/>
                <a:gd name="T51" fmla="*/ 69 h 73"/>
                <a:gd name="T52" fmla="*/ 28 w 123"/>
                <a:gd name="T53" fmla="*/ 71 h 73"/>
                <a:gd name="T54" fmla="*/ 35 w 123"/>
                <a:gd name="T55" fmla="*/ 73 h 73"/>
                <a:gd name="T56" fmla="*/ 87 w 123"/>
                <a:gd name="T57" fmla="*/ 73 h 73"/>
                <a:gd name="T58" fmla="*/ 87 w 123"/>
                <a:gd name="T59" fmla="*/ 73 h 73"/>
                <a:gd name="T60" fmla="*/ 94 w 123"/>
                <a:gd name="T61" fmla="*/ 71 h 73"/>
                <a:gd name="T62" fmla="*/ 101 w 123"/>
                <a:gd name="T63" fmla="*/ 69 h 73"/>
                <a:gd name="T64" fmla="*/ 107 w 123"/>
                <a:gd name="T65" fmla="*/ 67 h 73"/>
                <a:gd name="T66" fmla="*/ 112 w 123"/>
                <a:gd name="T67" fmla="*/ 62 h 73"/>
                <a:gd name="T68" fmla="*/ 116 w 123"/>
                <a:gd name="T69" fmla="*/ 57 h 73"/>
                <a:gd name="T70" fmla="*/ 119 w 123"/>
                <a:gd name="T71" fmla="*/ 51 h 73"/>
                <a:gd name="T72" fmla="*/ 122 w 123"/>
                <a:gd name="T73" fmla="*/ 44 h 73"/>
                <a:gd name="T74" fmla="*/ 123 w 123"/>
                <a:gd name="T75" fmla="*/ 37 h 73"/>
                <a:gd name="T76" fmla="*/ 123 w 123"/>
                <a:gd name="T77" fmla="*/ 34 h 73"/>
                <a:gd name="T78" fmla="*/ 123 w 123"/>
                <a:gd name="T79" fmla="*/ 34 h 73"/>
                <a:gd name="T80" fmla="*/ 122 w 123"/>
                <a:gd name="T81" fmla="*/ 27 h 73"/>
                <a:gd name="T82" fmla="*/ 119 w 123"/>
                <a:gd name="T83" fmla="*/ 20 h 73"/>
                <a:gd name="T84" fmla="*/ 116 w 123"/>
                <a:gd name="T85" fmla="*/ 15 h 73"/>
                <a:gd name="T86" fmla="*/ 112 w 123"/>
                <a:gd name="T87" fmla="*/ 10 h 73"/>
                <a:gd name="T88" fmla="*/ 107 w 123"/>
                <a:gd name="T89" fmla="*/ 5 h 73"/>
                <a:gd name="T90" fmla="*/ 101 w 123"/>
                <a:gd name="T91" fmla="*/ 2 h 73"/>
                <a:gd name="T92" fmla="*/ 94 w 123"/>
                <a:gd name="T93" fmla="*/ 0 h 73"/>
                <a:gd name="T94" fmla="*/ 87 w 123"/>
                <a:gd name="T9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3" h="73">
                  <a:moveTo>
                    <a:pt x="87" y="0"/>
                  </a:moveTo>
                  <a:lnTo>
                    <a:pt x="35" y="0"/>
                  </a:lnTo>
                  <a:lnTo>
                    <a:pt x="35" y="0"/>
                  </a:lnTo>
                  <a:lnTo>
                    <a:pt x="29" y="0"/>
                  </a:lnTo>
                  <a:lnTo>
                    <a:pt x="24" y="1"/>
                  </a:lnTo>
                  <a:lnTo>
                    <a:pt x="19" y="3"/>
                  </a:lnTo>
                  <a:lnTo>
                    <a:pt x="15" y="7"/>
                  </a:lnTo>
                  <a:lnTo>
                    <a:pt x="10" y="10"/>
                  </a:lnTo>
                  <a:lnTo>
                    <a:pt x="7" y="13"/>
                  </a:lnTo>
                  <a:lnTo>
                    <a:pt x="4" y="18"/>
                  </a:lnTo>
                  <a:lnTo>
                    <a:pt x="2" y="23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10" y="24"/>
                  </a:lnTo>
                  <a:lnTo>
                    <a:pt x="10" y="25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" y="44"/>
                  </a:lnTo>
                  <a:lnTo>
                    <a:pt x="3" y="51"/>
                  </a:lnTo>
                  <a:lnTo>
                    <a:pt x="6" y="57"/>
                  </a:lnTo>
                  <a:lnTo>
                    <a:pt x="10" y="62"/>
                  </a:lnTo>
                  <a:lnTo>
                    <a:pt x="16" y="67"/>
                  </a:lnTo>
                  <a:lnTo>
                    <a:pt x="21" y="69"/>
                  </a:lnTo>
                  <a:lnTo>
                    <a:pt x="28" y="71"/>
                  </a:lnTo>
                  <a:lnTo>
                    <a:pt x="35" y="73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94" y="71"/>
                  </a:lnTo>
                  <a:lnTo>
                    <a:pt x="101" y="69"/>
                  </a:lnTo>
                  <a:lnTo>
                    <a:pt x="107" y="67"/>
                  </a:lnTo>
                  <a:lnTo>
                    <a:pt x="112" y="62"/>
                  </a:lnTo>
                  <a:lnTo>
                    <a:pt x="116" y="57"/>
                  </a:lnTo>
                  <a:lnTo>
                    <a:pt x="119" y="51"/>
                  </a:lnTo>
                  <a:lnTo>
                    <a:pt x="122" y="44"/>
                  </a:lnTo>
                  <a:lnTo>
                    <a:pt x="123" y="37"/>
                  </a:lnTo>
                  <a:lnTo>
                    <a:pt x="123" y="34"/>
                  </a:lnTo>
                  <a:lnTo>
                    <a:pt x="123" y="34"/>
                  </a:lnTo>
                  <a:lnTo>
                    <a:pt x="122" y="27"/>
                  </a:lnTo>
                  <a:lnTo>
                    <a:pt x="119" y="20"/>
                  </a:lnTo>
                  <a:lnTo>
                    <a:pt x="116" y="15"/>
                  </a:lnTo>
                  <a:lnTo>
                    <a:pt x="112" y="10"/>
                  </a:lnTo>
                  <a:lnTo>
                    <a:pt x="107" y="5"/>
                  </a:lnTo>
                  <a:lnTo>
                    <a:pt x="101" y="2"/>
                  </a:lnTo>
                  <a:lnTo>
                    <a:pt x="94" y="0"/>
                  </a:lnTo>
                  <a:lnTo>
                    <a:pt x="87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6" name="Freeform 186"/>
            <p:cNvSpPr/>
            <p:nvPr/>
          </p:nvSpPr>
          <p:spPr bwMode="auto">
            <a:xfrm>
              <a:off x="2887663" y="766763"/>
              <a:ext cx="155575" cy="82550"/>
            </a:xfrm>
            <a:custGeom>
              <a:avLst/>
              <a:gdLst>
                <a:gd name="T0" fmla="*/ 98 w 98"/>
                <a:gd name="T1" fmla="*/ 27 h 52"/>
                <a:gd name="T2" fmla="*/ 98 w 98"/>
                <a:gd name="T3" fmla="*/ 27 h 52"/>
                <a:gd name="T4" fmla="*/ 98 w 98"/>
                <a:gd name="T5" fmla="*/ 32 h 52"/>
                <a:gd name="T6" fmla="*/ 96 w 98"/>
                <a:gd name="T7" fmla="*/ 36 h 52"/>
                <a:gd name="T8" fmla="*/ 94 w 98"/>
                <a:gd name="T9" fmla="*/ 41 h 52"/>
                <a:gd name="T10" fmla="*/ 90 w 98"/>
                <a:gd name="T11" fmla="*/ 44 h 52"/>
                <a:gd name="T12" fmla="*/ 87 w 98"/>
                <a:gd name="T13" fmla="*/ 48 h 52"/>
                <a:gd name="T14" fmla="*/ 81 w 98"/>
                <a:gd name="T15" fmla="*/ 50 h 52"/>
                <a:gd name="T16" fmla="*/ 77 w 98"/>
                <a:gd name="T17" fmla="*/ 51 h 52"/>
                <a:gd name="T18" fmla="*/ 71 w 98"/>
                <a:gd name="T19" fmla="*/ 52 h 52"/>
                <a:gd name="T20" fmla="*/ 28 w 98"/>
                <a:gd name="T21" fmla="*/ 52 h 52"/>
                <a:gd name="T22" fmla="*/ 28 w 98"/>
                <a:gd name="T23" fmla="*/ 52 h 52"/>
                <a:gd name="T24" fmla="*/ 22 w 98"/>
                <a:gd name="T25" fmla="*/ 51 h 52"/>
                <a:gd name="T26" fmla="*/ 17 w 98"/>
                <a:gd name="T27" fmla="*/ 50 h 52"/>
                <a:gd name="T28" fmla="*/ 12 w 98"/>
                <a:gd name="T29" fmla="*/ 48 h 52"/>
                <a:gd name="T30" fmla="*/ 8 w 98"/>
                <a:gd name="T31" fmla="*/ 44 h 52"/>
                <a:gd name="T32" fmla="*/ 5 w 98"/>
                <a:gd name="T33" fmla="*/ 41 h 52"/>
                <a:gd name="T34" fmla="*/ 3 w 98"/>
                <a:gd name="T35" fmla="*/ 36 h 52"/>
                <a:gd name="T36" fmla="*/ 0 w 98"/>
                <a:gd name="T37" fmla="*/ 32 h 52"/>
                <a:gd name="T38" fmla="*/ 0 w 98"/>
                <a:gd name="T39" fmla="*/ 27 h 52"/>
                <a:gd name="T40" fmla="*/ 0 w 98"/>
                <a:gd name="T41" fmla="*/ 25 h 52"/>
                <a:gd name="T42" fmla="*/ 0 w 98"/>
                <a:gd name="T43" fmla="*/ 25 h 52"/>
                <a:gd name="T44" fmla="*/ 0 w 98"/>
                <a:gd name="T45" fmla="*/ 19 h 52"/>
                <a:gd name="T46" fmla="*/ 3 w 98"/>
                <a:gd name="T47" fmla="*/ 15 h 52"/>
                <a:gd name="T48" fmla="*/ 5 w 98"/>
                <a:gd name="T49" fmla="*/ 10 h 52"/>
                <a:gd name="T50" fmla="*/ 8 w 98"/>
                <a:gd name="T51" fmla="*/ 7 h 52"/>
                <a:gd name="T52" fmla="*/ 12 w 98"/>
                <a:gd name="T53" fmla="*/ 5 h 52"/>
                <a:gd name="T54" fmla="*/ 17 w 98"/>
                <a:gd name="T55" fmla="*/ 2 h 52"/>
                <a:gd name="T56" fmla="*/ 22 w 98"/>
                <a:gd name="T57" fmla="*/ 0 h 52"/>
                <a:gd name="T58" fmla="*/ 28 w 98"/>
                <a:gd name="T59" fmla="*/ 0 h 52"/>
                <a:gd name="T60" fmla="*/ 71 w 98"/>
                <a:gd name="T61" fmla="*/ 0 h 52"/>
                <a:gd name="T62" fmla="*/ 71 w 98"/>
                <a:gd name="T63" fmla="*/ 0 h 52"/>
                <a:gd name="T64" fmla="*/ 77 w 98"/>
                <a:gd name="T65" fmla="*/ 0 h 52"/>
                <a:gd name="T66" fmla="*/ 81 w 98"/>
                <a:gd name="T67" fmla="*/ 2 h 52"/>
                <a:gd name="T68" fmla="*/ 87 w 98"/>
                <a:gd name="T69" fmla="*/ 5 h 52"/>
                <a:gd name="T70" fmla="*/ 90 w 98"/>
                <a:gd name="T71" fmla="*/ 7 h 52"/>
                <a:gd name="T72" fmla="*/ 94 w 98"/>
                <a:gd name="T73" fmla="*/ 10 h 52"/>
                <a:gd name="T74" fmla="*/ 96 w 98"/>
                <a:gd name="T75" fmla="*/ 15 h 52"/>
                <a:gd name="T76" fmla="*/ 98 w 98"/>
                <a:gd name="T77" fmla="*/ 19 h 52"/>
                <a:gd name="T78" fmla="*/ 98 w 98"/>
                <a:gd name="T79" fmla="*/ 25 h 52"/>
                <a:gd name="T80" fmla="*/ 98 w 98"/>
                <a:gd name="T81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52">
                  <a:moveTo>
                    <a:pt x="98" y="27"/>
                  </a:moveTo>
                  <a:lnTo>
                    <a:pt x="98" y="27"/>
                  </a:lnTo>
                  <a:lnTo>
                    <a:pt x="98" y="32"/>
                  </a:lnTo>
                  <a:lnTo>
                    <a:pt x="96" y="36"/>
                  </a:lnTo>
                  <a:lnTo>
                    <a:pt x="94" y="41"/>
                  </a:lnTo>
                  <a:lnTo>
                    <a:pt x="90" y="44"/>
                  </a:lnTo>
                  <a:lnTo>
                    <a:pt x="87" y="48"/>
                  </a:lnTo>
                  <a:lnTo>
                    <a:pt x="81" y="50"/>
                  </a:lnTo>
                  <a:lnTo>
                    <a:pt x="77" y="51"/>
                  </a:lnTo>
                  <a:lnTo>
                    <a:pt x="71" y="5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22" y="51"/>
                  </a:lnTo>
                  <a:lnTo>
                    <a:pt x="17" y="50"/>
                  </a:lnTo>
                  <a:lnTo>
                    <a:pt x="12" y="48"/>
                  </a:lnTo>
                  <a:lnTo>
                    <a:pt x="8" y="44"/>
                  </a:lnTo>
                  <a:lnTo>
                    <a:pt x="5" y="41"/>
                  </a:lnTo>
                  <a:lnTo>
                    <a:pt x="3" y="36"/>
                  </a:lnTo>
                  <a:lnTo>
                    <a:pt x="0" y="32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19"/>
                  </a:lnTo>
                  <a:lnTo>
                    <a:pt x="3" y="15"/>
                  </a:lnTo>
                  <a:lnTo>
                    <a:pt x="5" y="10"/>
                  </a:lnTo>
                  <a:lnTo>
                    <a:pt x="8" y="7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81" y="2"/>
                  </a:lnTo>
                  <a:lnTo>
                    <a:pt x="87" y="5"/>
                  </a:lnTo>
                  <a:lnTo>
                    <a:pt x="90" y="7"/>
                  </a:lnTo>
                  <a:lnTo>
                    <a:pt x="94" y="10"/>
                  </a:lnTo>
                  <a:lnTo>
                    <a:pt x="96" y="15"/>
                  </a:lnTo>
                  <a:lnTo>
                    <a:pt x="98" y="19"/>
                  </a:lnTo>
                  <a:lnTo>
                    <a:pt x="98" y="25"/>
                  </a:lnTo>
                  <a:lnTo>
                    <a:pt x="98" y="2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7" name="Freeform 187"/>
            <p:cNvSpPr>
              <a:spLocks noEditPoints="1"/>
            </p:cNvSpPr>
            <p:nvPr/>
          </p:nvSpPr>
          <p:spPr bwMode="auto">
            <a:xfrm>
              <a:off x="2646363" y="688976"/>
              <a:ext cx="331788" cy="279400"/>
            </a:xfrm>
            <a:custGeom>
              <a:avLst/>
              <a:gdLst>
                <a:gd name="T0" fmla="*/ 0 w 209"/>
                <a:gd name="T1" fmla="*/ 72 h 176"/>
                <a:gd name="T2" fmla="*/ 0 w 209"/>
                <a:gd name="T3" fmla="*/ 82 h 176"/>
                <a:gd name="T4" fmla="*/ 5 w 209"/>
                <a:gd name="T5" fmla="*/ 102 h 176"/>
                <a:gd name="T6" fmla="*/ 12 w 209"/>
                <a:gd name="T7" fmla="*/ 122 h 176"/>
                <a:gd name="T8" fmla="*/ 24 w 209"/>
                <a:gd name="T9" fmla="*/ 138 h 176"/>
                <a:gd name="T10" fmla="*/ 38 w 209"/>
                <a:gd name="T11" fmla="*/ 153 h 176"/>
                <a:gd name="T12" fmla="*/ 55 w 209"/>
                <a:gd name="T13" fmla="*/ 164 h 176"/>
                <a:gd name="T14" fmla="*/ 73 w 209"/>
                <a:gd name="T15" fmla="*/ 172 h 176"/>
                <a:gd name="T16" fmla="*/ 93 w 209"/>
                <a:gd name="T17" fmla="*/ 175 h 176"/>
                <a:gd name="T18" fmla="*/ 105 w 209"/>
                <a:gd name="T19" fmla="*/ 176 h 176"/>
                <a:gd name="T20" fmla="*/ 125 w 209"/>
                <a:gd name="T21" fmla="*/ 174 h 176"/>
                <a:gd name="T22" fmla="*/ 146 w 209"/>
                <a:gd name="T23" fmla="*/ 168 h 176"/>
                <a:gd name="T24" fmla="*/ 163 w 209"/>
                <a:gd name="T25" fmla="*/ 158 h 176"/>
                <a:gd name="T26" fmla="*/ 179 w 209"/>
                <a:gd name="T27" fmla="*/ 146 h 176"/>
                <a:gd name="T28" fmla="*/ 191 w 209"/>
                <a:gd name="T29" fmla="*/ 130 h 176"/>
                <a:gd name="T30" fmla="*/ 201 w 209"/>
                <a:gd name="T31" fmla="*/ 113 h 176"/>
                <a:gd name="T32" fmla="*/ 207 w 209"/>
                <a:gd name="T33" fmla="*/ 92 h 176"/>
                <a:gd name="T34" fmla="*/ 209 w 209"/>
                <a:gd name="T35" fmla="*/ 72 h 176"/>
                <a:gd name="T36" fmla="*/ 0 w 209"/>
                <a:gd name="T37" fmla="*/ 0 h 176"/>
                <a:gd name="T38" fmla="*/ 133 w 209"/>
                <a:gd name="T39" fmla="*/ 82 h 176"/>
                <a:gd name="T40" fmla="*/ 132 w 209"/>
                <a:gd name="T41" fmla="*/ 84 h 176"/>
                <a:gd name="T42" fmla="*/ 130 w 209"/>
                <a:gd name="T43" fmla="*/ 91 h 176"/>
                <a:gd name="T44" fmla="*/ 134 w 209"/>
                <a:gd name="T45" fmla="*/ 115 h 176"/>
                <a:gd name="T46" fmla="*/ 134 w 209"/>
                <a:gd name="T47" fmla="*/ 117 h 176"/>
                <a:gd name="T48" fmla="*/ 132 w 209"/>
                <a:gd name="T49" fmla="*/ 120 h 176"/>
                <a:gd name="T50" fmla="*/ 110 w 209"/>
                <a:gd name="T51" fmla="*/ 108 h 176"/>
                <a:gd name="T52" fmla="*/ 108 w 209"/>
                <a:gd name="T53" fmla="*/ 107 h 176"/>
                <a:gd name="T54" fmla="*/ 101 w 209"/>
                <a:gd name="T55" fmla="*/ 107 h 176"/>
                <a:gd name="T56" fmla="*/ 80 w 209"/>
                <a:gd name="T57" fmla="*/ 118 h 176"/>
                <a:gd name="T58" fmla="*/ 77 w 209"/>
                <a:gd name="T59" fmla="*/ 120 h 176"/>
                <a:gd name="T60" fmla="*/ 75 w 209"/>
                <a:gd name="T61" fmla="*/ 117 h 176"/>
                <a:gd name="T62" fmla="*/ 80 w 209"/>
                <a:gd name="T63" fmla="*/ 95 h 176"/>
                <a:gd name="T64" fmla="*/ 80 w 209"/>
                <a:gd name="T65" fmla="*/ 91 h 176"/>
                <a:gd name="T66" fmla="*/ 77 w 209"/>
                <a:gd name="T67" fmla="*/ 84 h 176"/>
                <a:gd name="T68" fmla="*/ 60 w 209"/>
                <a:gd name="T69" fmla="*/ 68 h 176"/>
                <a:gd name="T70" fmla="*/ 58 w 209"/>
                <a:gd name="T71" fmla="*/ 66 h 176"/>
                <a:gd name="T72" fmla="*/ 59 w 209"/>
                <a:gd name="T73" fmla="*/ 63 h 176"/>
                <a:gd name="T74" fmla="*/ 83 w 209"/>
                <a:gd name="T75" fmla="*/ 60 h 176"/>
                <a:gd name="T76" fmla="*/ 85 w 209"/>
                <a:gd name="T77" fmla="*/ 59 h 176"/>
                <a:gd name="T78" fmla="*/ 91 w 209"/>
                <a:gd name="T79" fmla="*/ 55 h 176"/>
                <a:gd name="T80" fmla="*/ 101 w 209"/>
                <a:gd name="T81" fmla="*/ 33 h 176"/>
                <a:gd name="T82" fmla="*/ 102 w 209"/>
                <a:gd name="T83" fmla="*/ 31 h 176"/>
                <a:gd name="T84" fmla="*/ 106 w 209"/>
                <a:gd name="T85" fmla="*/ 31 h 176"/>
                <a:gd name="T86" fmla="*/ 116 w 209"/>
                <a:gd name="T87" fmla="*/ 52 h 176"/>
                <a:gd name="T88" fmla="*/ 118 w 209"/>
                <a:gd name="T89" fmla="*/ 55 h 176"/>
                <a:gd name="T90" fmla="*/ 123 w 209"/>
                <a:gd name="T91" fmla="*/ 59 h 176"/>
                <a:gd name="T92" fmla="*/ 147 w 209"/>
                <a:gd name="T93" fmla="*/ 63 h 176"/>
                <a:gd name="T94" fmla="*/ 150 w 209"/>
                <a:gd name="T95" fmla="*/ 63 h 176"/>
                <a:gd name="T96" fmla="*/ 150 w 209"/>
                <a:gd name="T97" fmla="*/ 6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09" h="176">
                  <a:moveTo>
                    <a:pt x="0" y="0"/>
                  </a:moveTo>
                  <a:lnTo>
                    <a:pt x="0" y="72"/>
                  </a:lnTo>
                  <a:lnTo>
                    <a:pt x="0" y="72"/>
                  </a:lnTo>
                  <a:lnTo>
                    <a:pt x="0" y="82"/>
                  </a:lnTo>
                  <a:lnTo>
                    <a:pt x="2" y="92"/>
                  </a:lnTo>
                  <a:lnTo>
                    <a:pt x="5" y="102"/>
                  </a:lnTo>
                  <a:lnTo>
                    <a:pt x="8" y="113"/>
                  </a:lnTo>
                  <a:lnTo>
                    <a:pt x="12" y="122"/>
                  </a:lnTo>
                  <a:lnTo>
                    <a:pt x="18" y="130"/>
                  </a:lnTo>
                  <a:lnTo>
                    <a:pt x="24" y="138"/>
                  </a:lnTo>
                  <a:lnTo>
                    <a:pt x="31" y="146"/>
                  </a:lnTo>
                  <a:lnTo>
                    <a:pt x="38" y="153"/>
                  </a:lnTo>
                  <a:lnTo>
                    <a:pt x="45" y="158"/>
                  </a:lnTo>
                  <a:lnTo>
                    <a:pt x="55" y="164"/>
                  </a:lnTo>
                  <a:lnTo>
                    <a:pt x="64" y="168"/>
                  </a:lnTo>
                  <a:lnTo>
                    <a:pt x="73" y="172"/>
                  </a:lnTo>
                  <a:lnTo>
                    <a:pt x="83" y="174"/>
                  </a:lnTo>
                  <a:lnTo>
                    <a:pt x="93" y="175"/>
                  </a:lnTo>
                  <a:lnTo>
                    <a:pt x="105" y="176"/>
                  </a:lnTo>
                  <a:lnTo>
                    <a:pt x="105" y="176"/>
                  </a:lnTo>
                  <a:lnTo>
                    <a:pt x="115" y="175"/>
                  </a:lnTo>
                  <a:lnTo>
                    <a:pt x="125" y="174"/>
                  </a:lnTo>
                  <a:lnTo>
                    <a:pt x="135" y="172"/>
                  </a:lnTo>
                  <a:lnTo>
                    <a:pt x="146" y="168"/>
                  </a:lnTo>
                  <a:lnTo>
                    <a:pt x="155" y="164"/>
                  </a:lnTo>
                  <a:lnTo>
                    <a:pt x="163" y="158"/>
                  </a:lnTo>
                  <a:lnTo>
                    <a:pt x="171" y="153"/>
                  </a:lnTo>
                  <a:lnTo>
                    <a:pt x="179" y="146"/>
                  </a:lnTo>
                  <a:lnTo>
                    <a:pt x="185" y="138"/>
                  </a:lnTo>
                  <a:lnTo>
                    <a:pt x="191" y="130"/>
                  </a:lnTo>
                  <a:lnTo>
                    <a:pt x="197" y="122"/>
                  </a:lnTo>
                  <a:lnTo>
                    <a:pt x="201" y="113"/>
                  </a:lnTo>
                  <a:lnTo>
                    <a:pt x="205" y="102"/>
                  </a:lnTo>
                  <a:lnTo>
                    <a:pt x="207" y="92"/>
                  </a:lnTo>
                  <a:lnTo>
                    <a:pt x="208" y="82"/>
                  </a:lnTo>
                  <a:lnTo>
                    <a:pt x="209" y="72"/>
                  </a:lnTo>
                  <a:lnTo>
                    <a:pt x="209" y="0"/>
                  </a:lnTo>
                  <a:lnTo>
                    <a:pt x="0" y="0"/>
                  </a:lnTo>
                  <a:close/>
                  <a:moveTo>
                    <a:pt x="149" y="68"/>
                  </a:moveTo>
                  <a:lnTo>
                    <a:pt x="133" y="82"/>
                  </a:lnTo>
                  <a:lnTo>
                    <a:pt x="133" y="82"/>
                  </a:lnTo>
                  <a:lnTo>
                    <a:pt x="132" y="84"/>
                  </a:lnTo>
                  <a:lnTo>
                    <a:pt x="131" y="88"/>
                  </a:lnTo>
                  <a:lnTo>
                    <a:pt x="130" y="91"/>
                  </a:lnTo>
                  <a:lnTo>
                    <a:pt x="130" y="95"/>
                  </a:lnTo>
                  <a:lnTo>
                    <a:pt x="134" y="115"/>
                  </a:lnTo>
                  <a:lnTo>
                    <a:pt x="134" y="115"/>
                  </a:lnTo>
                  <a:lnTo>
                    <a:pt x="134" y="117"/>
                  </a:lnTo>
                  <a:lnTo>
                    <a:pt x="133" y="118"/>
                  </a:lnTo>
                  <a:lnTo>
                    <a:pt x="132" y="120"/>
                  </a:lnTo>
                  <a:lnTo>
                    <a:pt x="130" y="118"/>
                  </a:lnTo>
                  <a:lnTo>
                    <a:pt x="110" y="108"/>
                  </a:lnTo>
                  <a:lnTo>
                    <a:pt x="110" y="108"/>
                  </a:lnTo>
                  <a:lnTo>
                    <a:pt x="108" y="107"/>
                  </a:lnTo>
                  <a:lnTo>
                    <a:pt x="105" y="107"/>
                  </a:lnTo>
                  <a:lnTo>
                    <a:pt x="101" y="107"/>
                  </a:lnTo>
                  <a:lnTo>
                    <a:pt x="98" y="108"/>
                  </a:lnTo>
                  <a:lnTo>
                    <a:pt x="80" y="118"/>
                  </a:lnTo>
                  <a:lnTo>
                    <a:pt x="80" y="118"/>
                  </a:lnTo>
                  <a:lnTo>
                    <a:pt x="77" y="120"/>
                  </a:lnTo>
                  <a:lnTo>
                    <a:pt x="76" y="118"/>
                  </a:lnTo>
                  <a:lnTo>
                    <a:pt x="75" y="117"/>
                  </a:lnTo>
                  <a:lnTo>
                    <a:pt x="75" y="115"/>
                  </a:lnTo>
                  <a:lnTo>
                    <a:pt x="80" y="95"/>
                  </a:lnTo>
                  <a:lnTo>
                    <a:pt x="80" y="95"/>
                  </a:lnTo>
                  <a:lnTo>
                    <a:pt x="80" y="91"/>
                  </a:lnTo>
                  <a:lnTo>
                    <a:pt x="78" y="88"/>
                  </a:lnTo>
                  <a:lnTo>
                    <a:pt x="77" y="84"/>
                  </a:lnTo>
                  <a:lnTo>
                    <a:pt x="75" y="82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58" y="66"/>
                  </a:lnTo>
                  <a:lnTo>
                    <a:pt x="58" y="64"/>
                  </a:lnTo>
                  <a:lnTo>
                    <a:pt x="59" y="63"/>
                  </a:lnTo>
                  <a:lnTo>
                    <a:pt x="61" y="63"/>
                  </a:lnTo>
                  <a:lnTo>
                    <a:pt x="83" y="60"/>
                  </a:lnTo>
                  <a:lnTo>
                    <a:pt x="83" y="60"/>
                  </a:lnTo>
                  <a:lnTo>
                    <a:pt x="85" y="59"/>
                  </a:lnTo>
                  <a:lnTo>
                    <a:pt x="89" y="57"/>
                  </a:lnTo>
                  <a:lnTo>
                    <a:pt x="91" y="55"/>
                  </a:lnTo>
                  <a:lnTo>
                    <a:pt x="92" y="52"/>
                  </a:lnTo>
                  <a:lnTo>
                    <a:pt x="101" y="33"/>
                  </a:lnTo>
                  <a:lnTo>
                    <a:pt x="101" y="33"/>
                  </a:lnTo>
                  <a:lnTo>
                    <a:pt x="102" y="31"/>
                  </a:lnTo>
                  <a:lnTo>
                    <a:pt x="105" y="31"/>
                  </a:lnTo>
                  <a:lnTo>
                    <a:pt x="106" y="31"/>
                  </a:lnTo>
                  <a:lnTo>
                    <a:pt x="107" y="33"/>
                  </a:lnTo>
                  <a:lnTo>
                    <a:pt x="116" y="52"/>
                  </a:lnTo>
                  <a:lnTo>
                    <a:pt x="116" y="52"/>
                  </a:lnTo>
                  <a:lnTo>
                    <a:pt x="118" y="55"/>
                  </a:lnTo>
                  <a:lnTo>
                    <a:pt x="121" y="57"/>
                  </a:lnTo>
                  <a:lnTo>
                    <a:pt x="123" y="59"/>
                  </a:lnTo>
                  <a:lnTo>
                    <a:pt x="126" y="60"/>
                  </a:lnTo>
                  <a:lnTo>
                    <a:pt x="147" y="63"/>
                  </a:lnTo>
                  <a:lnTo>
                    <a:pt x="147" y="63"/>
                  </a:lnTo>
                  <a:lnTo>
                    <a:pt x="150" y="63"/>
                  </a:lnTo>
                  <a:lnTo>
                    <a:pt x="150" y="64"/>
                  </a:lnTo>
                  <a:lnTo>
                    <a:pt x="150" y="66"/>
                  </a:lnTo>
                  <a:lnTo>
                    <a:pt x="149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8" name="Freeform 188"/>
            <p:cNvSpPr/>
            <p:nvPr/>
          </p:nvSpPr>
          <p:spPr bwMode="auto">
            <a:xfrm>
              <a:off x="2646363" y="688976"/>
              <a:ext cx="331788" cy="279400"/>
            </a:xfrm>
            <a:custGeom>
              <a:avLst/>
              <a:gdLst>
                <a:gd name="T0" fmla="*/ 0 w 209"/>
                <a:gd name="T1" fmla="*/ 0 h 176"/>
                <a:gd name="T2" fmla="*/ 0 w 209"/>
                <a:gd name="T3" fmla="*/ 72 h 176"/>
                <a:gd name="T4" fmla="*/ 0 w 209"/>
                <a:gd name="T5" fmla="*/ 72 h 176"/>
                <a:gd name="T6" fmla="*/ 0 w 209"/>
                <a:gd name="T7" fmla="*/ 82 h 176"/>
                <a:gd name="T8" fmla="*/ 2 w 209"/>
                <a:gd name="T9" fmla="*/ 92 h 176"/>
                <a:gd name="T10" fmla="*/ 5 w 209"/>
                <a:gd name="T11" fmla="*/ 102 h 176"/>
                <a:gd name="T12" fmla="*/ 8 w 209"/>
                <a:gd name="T13" fmla="*/ 113 h 176"/>
                <a:gd name="T14" fmla="*/ 12 w 209"/>
                <a:gd name="T15" fmla="*/ 122 h 176"/>
                <a:gd name="T16" fmla="*/ 18 w 209"/>
                <a:gd name="T17" fmla="*/ 130 h 176"/>
                <a:gd name="T18" fmla="*/ 24 w 209"/>
                <a:gd name="T19" fmla="*/ 138 h 176"/>
                <a:gd name="T20" fmla="*/ 31 w 209"/>
                <a:gd name="T21" fmla="*/ 146 h 176"/>
                <a:gd name="T22" fmla="*/ 38 w 209"/>
                <a:gd name="T23" fmla="*/ 153 h 176"/>
                <a:gd name="T24" fmla="*/ 45 w 209"/>
                <a:gd name="T25" fmla="*/ 158 h 176"/>
                <a:gd name="T26" fmla="*/ 55 w 209"/>
                <a:gd name="T27" fmla="*/ 164 h 176"/>
                <a:gd name="T28" fmla="*/ 64 w 209"/>
                <a:gd name="T29" fmla="*/ 168 h 176"/>
                <a:gd name="T30" fmla="*/ 73 w 209"/>
                <a:gd name="T31" fmla="*/ 172 h 176"/>
                <a:gd name="T32" fmla="*/ 83 w 209"/>
                <a:gd name="T33" fmla="*/ 174 h 176"/>
                <a:gd name="T34" fmla="*/ 93 w 209"/>
                <a:gd name="T35" fmla="*/ 175 h 176"/>
                <a:gd name="T36" fmla="*/ 105 w 209"/>
                <a:gd name="T37" fmla="*/ 176 h 176"/>
                <a:gd name="T38" fmla="*/ 105 w 209"/>
                <a:gd name="T39" fmla="*/ 176 h 176"/>
                <a:gd name="T40" fmla="*/ 115 w 209"/>
                <a:gd name="T41" fmla="*/ 175 h 176"/>
                <a:gd name="T42" fmla="*/ 125 w 209"/>
                <a:gd name="T43" fmla="*/ 174 h 176"/>
                <a:gd name="T44" fmla="*/ 135 w 209"/>
                <a:gd name="T45" fmla="*/ 172 h 176"/>
                <a:gd name="T46" fmla="*/ 146 w 209"/>
                <a:gd name="T47" fmla="*/ 168 h 176"/>
                <a:gd name="T48" fmla="*/ 155 w 209"/>
                <a:gd name="T49" fmla="*/ 164 h 176"/>
                <a:gd name="T50" fmla="*/ 163 w 209"/>
                <a:gd name="T51" fmla="*/ 158 h 176"/>
                <a:gd name="T52" fmla="*/ 171 w 209"/>
                <a:gd name="T53" fmla="*/ 153 h 176"/>
                <a:gd name="T54" fmla="*/ 179 w 209"/>
                <a:gd name="T55" fmla="*/ 146 h 176"/>
                <a:gd name="T56" fmla="*/ 185 w 209"/>
                <a:gd name="T57" fmla="*/ 138 h 176"/>
                <a:gd name="T58" fmla="*/ 191 w 209"/>
                <a:gd name="T59" fmla="*/ 130 h 176"/>
                <a:gd name="T60" fmla="*/ 197 w 209"/>
                <a:gd name="T61" fmla="*/ 122 h 176"/>
                <a:gd name="T62" fmla="*/ 201 w 209"/>
                <a:gd name="T63" fmla="*/ 113 h 176"/>
                <a:gd name="T64" fmla="*/ 205 w 209"/>
                <a:gd name="T65" fmla="*/ 102 h 176"/>
                <a:gd name="T66" fmla="*/ 207 w 209"/>
                <a:gd name="T67" fmla="*/ 92 h 176"/>
                <a:gd name="T68" fmla="*/ 208 w 209"/>
                <a:gd name="T69" fmla="*/ 82 h 176"/>
                <a:gd name="T70" fmla="*/ 209 w 209"/>
                <a:gd name="T71" fmla="*/ 72 h 176"/>
                <a:gd name="T72" fmla="*/ 209 w 209"/>
                <a:gd name="T73" fmla="*/ 0 h 176"/>
                <a:gd name="T74" fmla="*/ 0 w 209"/>
                <a:gd name="T75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9" h="176">
                  <a:moveTo>
                    <a:pt x="0" y="0"/>
                  </a:moveTo>
                  <a:lnTo>
                    <a:pt x="0" y="72"/>
                  </a:lnTo>
                  <a:lnTo>
                    <a:pt x="0" y="72"/>
                  </a:lnTo>
                  <a:lnTo>
                    <a:pt x="0" y="82"/>
                  </a:lnTo>
                  <a:lnTo>
                    <a:pt x="2" y="92"/>
                  </a:lnTo>
                  <a:lnTo>
                    <a:pt x="5" y="102"/>
                  </a:lnTo>
                  <a:lnTo>
                    <a:pt x="8" y="113"/>
                  </a:lnTo>
                  <a:lnTo>
                    <a:pt x="12" y="122"/>
                  </a:lnTo>
                  <a:lnTo>
                    <a:pt x="18" y="130"/>
                  </a:lnTo>
                  <a:lnTo>
                    <a:pt x="24" y="138"/>
                  </a:lnTo>
                  <a:lnTo>
                    <a:pt x="31" y="146"/>
                  </a:lnTo>
                  <a:lnTo>
                    <a:pt x="38" y="153"/>
                  </a:lnTo>
                  <a:lnTo>
                    <a:pt x="45" y="158"/>
                  </a:lnTo>
                  <a:lnTo>
                    <a:pt x="55" y="164"/>
                  </a:lnTo>
                  <a:lnTo>
                    <a:pt x="64" y="168"/>
                  </a:lnTo>
                  <a:lnTo>
                    <a:pt x="73" y="172"/>
                  </a:lnTo>
                  <a:lnTo>
                    <a:pt x="83" y="174"/>
                  </a:lnTo>
                  <a:lnTo>
                    <a:pt x="93" y="175"/>
                  </a:lnTo>
                  <a:lnTo>
                    <a:pt x="105" y="176"/>
                  </a:lnTo>
                  <a:lnTo>
                    <a:pt x="105" y="176"/>
                  </a:lnTo>
                  <a:lnTo>
                    <a:pt x="115" y="175"/>
                  </a:lnTo>
                  <a:lnTo>
                    <a:pt x="125" y="174"/>
                  </a:lnTo>
                  <a:lnTo>
                    <a:pt x="135" y="172"/>
                  </a:lnTo>
                  <a:lnTo>
                    <a:pt x="146" y="168"/>
                  </a:lnTo>
                  <a:lnTo>
                    <a:pt x="155" y="164"/>
                  </a:lnTo>
                  <a:lnTo>
                    <a:pt x="163" y="158"/>
                  </a:lnTo>
                  <a:lnTo>
                    <a:pt x="171" y="153"/>
                  </a:lnTo>
                  <a:lnTo>
                    <a:pt x="179" y="146"/>
                  </a:lnTo>
                  <a:lnTo>
                    <a:pt x="185" y="138"/>
                  </a:lnTo>
                  <a:lnTo>
                    <a:pt x="191" y="130"/>
                  </a:lnTo>
                  <a:lnTo>
                    <a:pt x="197" y="122"/>
                  </a:lnTo>
                  <a:lnTo>
                    <a:pt x="201" y="113"/>
                  </a:lnTo>
                  <a:lnTo>
                    <a:pt x="205" y="102"/>
                  </a:lnTo>
                  <a:lnTo>
                    <a:pt x="207" y="92"/>
                  </a:lnTo>
                  <a:lnTo>
                    <a:pt x="208" y="82"/>
                  </a:lnTo>
                  <a:lnTo>
                    <a:pt x="209" y="72"/>
                  </a:lnTo>
                  <a:lnTo>
                    <a:pt x="209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9" name="Freeform 189"/>
            <p:cNvSpPr/>
            <p:nvPr/>
          </p:nvSpPr>
          <p:spPr bwMode="auto">
            <a:xfrm>
              <a:off x="2738438" y="738188"/>
              <a:ext cx="146050" cy="141288"/>
            </a:xfrm>
            <a:custGeom>
              <a:avLst/>
              <a:gdLst>
                <a:gd name="T0" fmla="*/ 91 w 92"/>
                <a:gd name="T1" fmla="*/ 37 h 89"/>
                <a:gd name="T2" fmla="*/ 75 w 92"/>
                <a:gd name="T3" fmla="*/ 51 h 89"/>
                <a:gd name="T4" fmla="*/ 75 w 92"/>
                <a:gd name="T5" fmla="*/ 51 h 89"/>
                <a:gd name="T6" fmla="*/ 74 w 92"/>
                <a:gd name="T7" fmla="*/ 53 h 89"/>
                <a:gd name="T8" fmla="*/ 73 w 92"/>
                <a:gd name="T9" fmla="*/ 57 h 89"/>
                <a:gd name="T10" fmla="*/ 72 w 92"/>
                <a:gd name="T11" fmla="*/ 60 h 89"/>
                <a:gd name="T12" fmla="*/ 72 w 92"/>
                <a:gd name="T13" fmla="*/ 64 h 89"/>
                <a:gd name="T14" fmla="*/ 76 w 92"/>
                <a:gd name="T15" fmla="*/ 84 h 89"/>
                <a:gd name="T16" fmla="*/ 76 w 92"/>
                <a:gd name="T17" fmla="*/ 84 h 89"/>
                <a:gd name="T18" fmla="*/ 76 w 92"/>
                <a:gd name="T19" fmla="*/ 86 h 89"/>
                <a:gd name="T20" fmla="*/ 75 w 92"/>
                <a:gd name="T21" fmla="*/ 87 h 89"/>
                <a:gd name="T22" fmla="*/ 74 w 92"/>
                <a:gd name="T23" fmla="*/ 89 h 89"/>
                <a:gd name="T24" fmla="*/ 72 w 92"/>
                <a:gd name="T25" fmla="*/ 87 h 89"/>
                <a:gd name="T26" fmla="*/ 52 w 92"/>
                <a:gd name="T27" fmla="*/ 77 h 89"/>
                <a:gd name="T28" fmla="*/ 52 w 92"/>
                <a:gd name="T29" fmla="*/ 77 h 89"/>
                <a:gd name="T30" fmla="*/ 50 w 92"/>
                <a:gd name="T31" fmla="*/ 76 h 89"/>
                <a:gd name="T32" fmla="*/ 47 w 92"/>
                <a:gd name="T33" fmla="*/ 76 h 89"/>
                <a:gd name="T34" fmla="*/ 43 w 92"/>
                <a:gd name="T35" fmla="*/ 76 h 89"/>
                <a:gd name="T36" fmla="*/ 40 w 92"/>
                <a:gd name="T37" fmla="*/ 77 h 89"/>
                <a:gd name="T38" fmla="*/ 22 w 92"/>
                <a:gd name="T39" fmla="*/ 87 h 89"/>
                <a:gd name="T40" fmla="*/ 22 w 92"/>
                <a:gd name="T41" fmla="*/ 87 h 89"/>
                <a:gd name="T42" fmla="*/ 19 w 92"/>
                <a:gd name="T43" fmla="*/ 89 h 89"/>
                <a:gd name="T44" fmla="*/ 18 w 92"/>
                <a:gd name="T45" fmla="*/ 87 h 89"/>
                <a:gd name="T46" fmla="*/ 17 w 92"/>
                <a:gd name="T47" fmla="*/ 86 h 89"/>
                <a:gd name="T48" fmla="*/ 17 w 92"/>
                <a:gd name="T49" fmla="*/ 84 h 89"/>
                <a:gd name="T50" fmla="*/ 22 w 92"/>
                <a:gd name="T51" fmla="*/ 64 h 89"/>
                <a:gd name="T52" fmla="*/ 22 w 92"/>
                <a:gd name="T53" fmla="*/ 64 h 89"/>
                <a:gd name="T54" fmla="*/ 22 w 92"/>
                <a:gd name="T55" fmla="*/ 60 h 89"/>
                <a:gd name="T56" fmla="*/ 20 w 92"/>
                <a:gd name="T57" fmla="*/ 57 h 89"/>
                <a:gd name="T58" fmla="*/ 19 w 92"/>
                <a:gd name="T59" fmla="*/ 53 h 89"/>
                <a:gd name="T60" fmla="*/ 17 w 92"/>
                <a:gd name="T61" fmla="*/ 51 h 89"/>
                <a:gd name="T62" fmla="*/ 2 w 92"/>
                <a:gd name="T63" fmla="*/ 37 h 89"/>
                <a:gd name="T64" fmla="*/ 2 w 92"/>
                <a:gd name="T65" fmla="*/ 37 h 89"/>
                <a:gd name="T66" fmla="*/ 0 w 92"/>
                <a:gd name="T67" fmla="*/ 35 h 89"/>
                <a:gd name="T68" fmla="*/ 0 w 92"/>
                <a:gd name="T69" fmla="*/ 33 h 89"/>
                <a:gd name="T70" fmla="*/ 1 w 92"/>
                <a:gd name="T71" fmla="*/ 32 h 89"/>
                <a:gd name="T72" fmla="*/ 3 w 92"/>
                <a:gd name="T73" fmla="*/ 32 h 89"/>
                <a:gd name="T74" fmla="*/ 25 w 92"/>
                <a:gd name="T75" fmla="*/ 29 h 89"/>
                <a:gd name="T76" fmla="*/ 25 w 92"/>
                <a:gd name="T77" fmla="*/ 29 h 89"/>
                <a:gd name="T78" fmla="*/ 27 w 92"/>
                <a:gd name="T79" fmla="*/ 28 h 89"/>
                <a:gd name="T80" fmla="*/ 31 w 92"/>
                <a:gd name="T81" fmla="*/ 26 h 89"/>
                <a:gd name="T82" fmla="*/ 33 w 92"/>
                <a:gd name="T83" fmla="*/ 24 h 89"/>
                <a:gd name="T84" fmla="*/ 34 w 92"/>
                <a:gd name="T85" fmla="*/ 21 h 89"/>
                <a:gd name="T86" fmla="*/ 43 w 92"/>
                <a:gd name="T87" fmla="*/ 2 h 89"/>
                <a:gd name="T88" fmla="*/ 43 w 92"/>
                <a:gd name="T89" fmla="*/ 2 h 89"/>
                <a:gd name="T90" fmla="*/ 44 w 92"/>
                <a:gd name="T91" fmla="*/ 0 h 89"/>
                <a:gd name="T92" fmla="*/ 47 w 92"/>
                <a:gd name="T93" fmla="*/ 0 h 89"/>
                <a:gd name="T94" fmla="*/ 48 w 92"/>
                <a:gd name="T95" fmla="*/ 0 h 89"/>
                <a:gd name="T96" fmla="*/ 49 w 92"/>
                <a:gd name="T97" fmla="*/ 2 h 89"/>
                <a:gd name="T98" fmla="*/ 58 w 92"/>
                <a:gd name="T99" fmla="*/ 21 h 89"/>
                <a:gd name="T100" fmla="*/ 58 w 92"/>
                <a:gd name="T101" fmla="*/ 21 h 89"/>
                <a:gd name="T102" fmla="*/ 60 w 92"/>
                <a:gd name="T103" fmla="*/ 24 h 89"/>
                <a:gd name="T104" fmla="*/ 63 w 92"/>
                <a:gd name="T105" fmla="*/ 26 h 89"/>
                <a:gd name="T106" fmla="*/ 65 w 92"/>
                <a:gd name="T107" fmla="*/ 28 h 89"/>
                <a:gd name="T108" fmla="*/ 68 w 92"/>
                <a:gd name="T109" fmla="*/ 29 h 89"/>
                <a:gd name="T110" fmla="*/ 89 w 92"/>
                <a:gd name="T111" fmla="*/ 32 h 89"/>
                <a:gd name="T112" fmla="*/ 89 w 92"/>
                <a:gd name="T113" fmla="*/ 32 h 89"/>
                <a:gd name="T114" fmla="*/ 92 w 92"/>
                <a:gd name="T115" fmla="*/ 32 h 89"/>
                <a:gd name="T116" fmla="*/ 92 w 92"/>
                <a:gd name="T117" fmla="*/ 33 h 89"/>
                <a:gd name="T118" fmla="*/ 92 w 92"/>
                <a:gd name="T119" fmla="*/ 35 h 89"/>
                <a:gd name="T120" fmla="*/ 91 w 92"/>
                <a:gd name="T121" fmla="*/ 3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2" h="89">
                  <a:moveTo>
                    <a:pt x="91" y="37"/>
                  </a:moveTo>
                  <a:lnTo>
                    <a:pt x="75" y="51"/>
                  </a:lnTo>
                  <a:lnTo>
                    <a:pt x="75" y="51"/>
                  </a:lnTo>
                  <a:lnTo>
                    <a:pt x="74" y="53"/>
                  </a:lnTo>
                  <a:lnTo>
                    <a:pt x="73" y="57"/>
                  </a:lnTo>
                  <a:lnTo>
                    <a:pt x="72" y="60"/>
                  </a:lnTo>
                  <a:lnTo>
                    <a:pt x="72" y="64"/>
                  </a:lnTo>
                  <a:lnTo>
                    <a:pt x="76" y="84"/>
                  </a:lnTo>
                  <a:lnTo>
                    <a:pt x="76" y="84"/>
                  </a:lnTo>
                  <a:lnTo>
                    <a:pt x="76" y="86"/>
                  </a:lnTo>
                  <a:lnTo>
                    <a:pt x="75" y="87"/>
                  </a:lnTo>
                  <a:lnTo>
                    <a:pt x="74" y="89"/>
                  </a:lnTo>
                  <a:lnTo>
                    <a:pt x="72" y="87"/>
                  </a:lnTo>
                  <a:lnTo>
                    <a:pt x="52" y="77"/>
                  </a:lnTo>
                  <a:lnTo>
                    <a:pt x="52" y="77"/>
                  </a:lnTo>
                  <a:lnTo>
                    <a:pt x="50" y="76"/>
                  </a:lnTo>
                  <a:lnTo>
                    <a:pt x="47" y="76"/>
                  </a:lnTo>
                  <a:lnTo>
                    <a:pt x="43" y="76"/>
                  </a:lnTo>
                  <a:lnTo>
                    <a:pt x="40" y="77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19" y="89"/>
                  </a:lnTo>
                  <a:lnTo>
                    <a:pt x="18" y="87"/>
                  </a:lnTo>
                  <a:lnTo>
                    <a:pt x="17" y="86"/>
                  </a:lnTo>
                  <a:lnTo>
                    <a:pt x="17" y="8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0"/>
                  </a:lnTo>
                  <a:lnTo>
                    <a:pt x="20" y="57"/>
                  </a:lnTo>
                  <a:lnTo>
                    <a:pt x="19" y="53"/>
                  </a:lnTo>
                  <a:lnTo>
                    <a:pt x="17" y="51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0" y="35"/>
                  </a:lnTo>
                  <a:lnTo>
                    <a:pt x="0" y="33"/>
                  </a:lnTo>
                  <a:lnTo>
                    <a:pt x="1" y="32"/>
                  </a:lnTo>
                  <a:lnTo>
                    <a:pt x="3" y="32"/>
                  </a:lnTo>
                  <a:lnTo>
                    <a:pt x="25" y="29"/>
                  </a:lnTo>
                  <a:lnTo>
                    <a:pt x="25" y="29"/>
                  </a:lnTo>
                  <a:lnTo>
                    <a:pt x="27" y="28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4" y="21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49" y="2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60" y="24"/>
                  </a:lnTo>
                  <a:lnTo>
                    <a:pt x="63" y="26"/>
                  </a:lnTo>
                  <a:lnTo>
                    <a:pt x="65" y="28"/>
                  </a:lnTo>
                  <a:lnTo>
                    <a:pt x="68" y="29"/>
                  </a:lnTo>
                  <a:lnTo>
                    <a:pt x="89" y="32"/>
                  </a:lnTo>
                  <a:lnTo>
                    <a:pt x="89" y="32"/>
                  </a:lnTo>
                  <a:lnTo>
                    <a:pt x="92" y="32"/>
                  </a:lnTo>
                  <a:lnTo>
                    <a:pt x="92" y="33"/>
                  </a:lnTo>
                  <a:lnTo>
                    <a:pt x="92" y="35"/>
                  </a:lnTo>
                  <a:lnTo>
                    <a:pt x="91" y="3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Group 74"/>
          <p:cNvGrpSpPr/>
          <p:nvPr/>
        </p:nvGrpSpPr>
        <p:grpSpPr>
          <a:xfrm>
            <a:off x="4432097" y="1705058"/>
            <a:ext cx="444231" cy="509334"/>
            <a:chOff x="5937631" y="5122489"/>
            <a:chExt cx="353206" cy="404969"/>
          </a:xfrm>
          <a:solidFill>
            <a:schemeClr val="bg2">
              <a:lumMod val="50000"/>
            </a:schemeClr>
          </a:solidFill>
        </p:grpSpPr>
        <p:sp>
          <p:nvSpPr>
            <p:cNvPr id="31" name="Freeform 11441"/>
            <p:cNvSpPr/>
            <p:nvPr/>
          </p:nvSpPr>
          <p:spPr bwMode="auto">
            <a:xfrm>
              <a:off x="5971125" y="5293003"/>
              <a:ext cx="44151" cy="153767"/>
            </a:xfrm>
            <a:custGeom>
              <a:avLst/>
              <a:gdLst>
                <a:gd name="T0" fmla="*/ 115 w 115"/>
                <a:gd name="T1" fmla="*/ 0 h 403"/>
                <a:gd name="T2" fmla="*/ 0 w 115"/>
                <a:gd name="T3" fmla="*/ 18 h 403"/>
                <a:gd name="T4" fmla="*/ 0 w 115"/>
                <a:gd name="T5" fmla="*/ 403 h 403"/>
                <a:gd name="T6" fmla="*/ 115 w 115"/>
                <a:gd name="T7" fmla="*/ 403 h 403"/>
                <a:gd name="T8" fmla="*/ 115 w 115"/>
                <a:gd name="T9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403">
                  <a:moveTo>
                    <a:pt x="115" y="0"/>
                  </a:moveTo>
                  <a:lnTo>
                    <a:pt x="0" y="18"/>
                  </a:lnTo>
                  <a:lnTo>
                    <a:pt x="0" y="403"/>
                  </a:lnTo>
                  <a:lnTo>
                    <a:pt x="115" y="40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2" name="Freeform 11442"/>
            <p:cNvSpPr/>
            <p:nvPr/>
          </p:nvSpPr>
          <p:spPr bwMode="auto">
            <a:xfrm>
              <a:off x="6038112" y="5268644"/>
              <a:ext cx="44151" cy="178126"/>
            </a:xfrm>
            <a:custGeom>
              <a:avLst/>
              <a:gdLst>
                <a:gd name="T0" fmla="*/ 113 w 113"/>
                <a:gd name="T1" fmla="*/ 464 h 464"/>
                <a:gd name="T2" fmla="*/ 113 w 113"/>
                <a:gd name="T3" fmla="*/ 19 h 464"/>
                <a:gd name="T4" fmla="*/ 0 w 113"/>
                <a:gd name="T5" fmla="*/ 0 h 464"/>
                <a:gd name="T6" fmla="*/ 0 w 113"/>
                <a:gd name="T7" fmla="*/ 464 h 464"/>
                <a:gd name="T8" fmla="*/ 113 w 113"/>
                <a:gd name="T9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464">
                  <a:moveTo>
                    <a:pt x="113" y="464"/>
                  </a:moveTo>
                  <a:lnTo>
                    <a:pt x="113" y="19"/>
                  </a:lnTo>
                  <a:lnTo>
                    <a:pt x="0" y="0"/>
                  </a:lnTo>
                  <a:lnTo>
                    <a:pt x="0" y="464"/>
                  </a:lnTo>
                  <a:lnTo>
                    <a:pt x="113" y="4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3" name="Freeform 11443"/>
            <p:cNvSpPr/>
            <p:nvPr/>
          </p:nvSpPr>
          <p:spPr bwMode="auto">
            <a:xfrm>
              <a:off x="5971125" y="5122489"/>
              <a:ext cx="245113" cy="111138"/>
            </a:xfrm>
            <a:custGeom>
              <a:avLst/>
              <a:gdLst>
                <a:gd name="T0" fmla="*/ 467 w 643"/>
                <a:gd name="T1" fmla="*/ 228 h 289"/>
                <a:gd name="T2" fmla="*/ 643 w 643"/>
                <a:gd name="T3" fmla="*/ 47 h 289"/>
                <a:gd name="T4" fmla="*/ 452 w 643"/>
                <a:gd name="T5" fmla="*/ 0 h 289"/>
                <a:gd name="T6" fmla="*/ 452 w 643"/>
                <a:gd name="T7" fmla="*/ 66 h 289"/>
                <a:gd name="T8" fmla="*/ 0 w 643"/>
                <a:gd name="T9" fmla="*/ 164 h 289"/>
                <a:gd name="T10" fmla="*/ 0 w 643"/>
                <a:gd name="T11" fmla="*/ 289 h 289"/>
                <a:gd name="T12" fmla="*/ 467 w 643"/>
                <a:gd name="T13" fmla="*/ 139 h 289"/>
                <a:gd name="T14" fmla="*/ 467 w 643"/>
                <a:gd name="T15" fmla="*/ 22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3" h="289">
                  <a:moveTo>
                    <a:pt x="467" y="228"/>
                  </a:moveTo>
                  <a:lnTo>
                    <a:pt x="643" y="47"/>
                  </a:lnTo>
                  <a:lnTo>
                    <a:pt x="452" y="0"/>
                  </a:lnTo>
                  <a:lnTo>
                    <a:pt x="452" y="66"/>
                  </a:lnTo>
                  <a:lnTo>
                    <a:pt x="0" y="164"/>
                  </a:lnTo>
                  <a:lnTo>
                    <a:pt x="0" y="289"/>
                  </a:lnTo>
                  <a:lnTo>
                    <a:pt x="467" y="139"/>
                  </a:lnTo>
                  <a:lnTo>
                    <a:pt x="467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4" name="Freeform 11444"/>
            <p:cNvSpPr/>
            <p:nvPr/>
          </p:nvSpPr>
          <p:spPr bwMode="auto">
            <a:xfrm>
              <a:off x="6106622" y="5241240"/>
              <a:ext cx="42628" cy="205530"/>
            </a:xfrm>
            <a:custGeom>
              <a:avLst/>
              <a:gdLst>
                <a:gd name="T0" fmla="*/ 114 w 114"/>
                <a:gd name="T1" fmla="*/ 536 h 536"/>
                <a:gd name="T2" fmla="*/ 114 w 114"/>
                <a:gd name="T3" fmla="*/ 0 h 536"/>
                <a:gd name="T4" fmla="*/ 0 w 114"/>
                <a:gd name="T5" fmla="*/ 18 h 536"/>
                <a:gd name="T6" fmla="*/ 0 w 114"/>
                <a:gd name="T7" fmla="*/ 536 h 536"/>
                <a:gd name="T8" fmla="*/ 114 w 114"/>
                <a:gd name="T9" fmla="*/ 53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536">
                  <a:moveTo>
                    <a:pt x="114" y="536"/>
                  </a:moveTo>
                  <a:lnTo>
                    <a:pt x="114" y="0"/>
                  </a:lnTo>
                  <a:lnTo>
                    <a:pt x="0" y="18"/>
                  </a:lnTo>
                  <a:lnTo>
                    <a:pt x="0" y="536"/>
                  </a:lnTo>
                  <a:lnTo>
                    <a:pt x="114" y="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5" name="Freeform 11445"/>
            <p:cNvSpPr/>
            <p:nvPr/>
          </p:nvSpPr>
          <p:spPr bwMode="auto">
            <a:xfrm>
              <a:off x="6172087" y="5174252"/>
              <a:ext cx="44151" cy="248158"/>
            </a:xfrm>
            <a:custGeom>
              <a:avLst/>
              <a:gdLst>
                <a:gd name="T0" fmla="*/ 115 w 115"/>
                <a:gd name="T1" fmla="*/ 587 h 651"/>
                <a:gd name="T2" fmla="*/ 115 w 115"/>
                <a:gd name="T3" fmla="*/ 0 h 651"/>
                <a:gd name="T4" fmla="*/ 0 w 115"/>
                <a:gd name="T5" fmla="*/ 117 h 651"/>
                <a:gd name="T6" fmla="*/ 0 w 115"/>
                <a:gd name="T7" fmla="*/ 651 h 651"/>
                <a:gd name="T8" fmla="*/ 0 w 115"/>
                <a:gd name="T9" fmla="*/ 651 h 651"/>
                <a:gd name="T10" fmla="*/ 12 w 115"/>
                <a:gd name="T11" fmla="*/ 639 h 651"/>
                <a:gd name="T12" fmla="*/ 24 w 115"/>
                <a:gd name="T13" fmla="*/ 627 h 651"/>
                <a:gd name="T14" fmla="*/ 37 w 115"/>
                <a:gd name="T15" fmla="*/ 618 h 651"/>
                <a:gd name="T16" fmla="*/ 51 w 115"/>
                <a:gd name="T17" fmla="*/ 609 h 651"/>
                <a:gd name="T18" fmla="*/ 65 w 115"/>
                <a:gd name="T19" fmla="*/ 601 h 651"/>
                <a:gd name="T20" fmla="*/ 81 w 115"/>
                <a:gd name="T21" fmla="*/ 596 h 651"/>
                <a:gd name="T22" fmla="*/ 98 w 115"/>
                <a:gd name="T23" fmla="*/ 591 h 651"/>
                <a:gd name="T24" fmla="*/ 115 w 115"/>
                <a:gd name="T25" fmla="*/ 587 h 651"/>
                <a:gd name="T26" fmla="*/ 115 w 115"/>
                <a:gd name="T27" fmla="*/ 587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651">
                  <a:moveTo>
                    <a:pt x="115" y="587"/>
                  </a:moveTo>
                  <a:lnTo>
                    <a:pt x="115" y="0"/>
                  </a:lnTo>
                  <a:lnTo>
                    <a:pt x="0" y="117"/>
                  </a:lnTo>
                  <a:lnTo>
                    <a:pt x="0" y="651"/>
                  </a:lnTo>
                  <a:lnTo>
                    <a:pt x="0" y="651"/>
                  </a:lnTo>
                  <a:lnTo>
                    <a:pt x="12" y="639"/>
                  </a:lnTo>
                  <a:lnTo>
                    <a:pt x="24" y="627"/>
                  </a:lnTo>
                  <a:lnTo>
                    <a:pt x="37" y="618"/>
                  </a:lnTo>
                  <a:lnTo>
                    <a:pt x="51" y="609"/>
                  </a:lnTo>
                  <a:lnTo>
                    <a:pt x="65" y="601"/>
                  </a:lnTo>
                  <a:lnTo>
                    <a:pt x="81" y="596"/>
                  </a:lnTo>
                  <a:lnTo>
                    <a:pt x="98" y="591"/>
                  </a:lnTo>
                  <a:lnTo>
                    <a:pt x="115" y="587"/>
                  </a:lnTo>
                  <a:lnTo>
                    <a:pt x="115" y="5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6" name="Freeform 11446"/>
            <p:cNvSpPr/>
            <p:nvPr/>
          </p:nvSpPr>
          <p:spPr bwMode="auto">
            <a:xfrm>
              <a:off x="5937631" y="5468083"/>
              <a:ext cx="223799" cy="28926"/>
            </a:xfrm>
            <a:custGeom>
              <a:avLst/>
              <a:gdLst>
                <a:gd name="T0" fmla="*/ 573 w 590"/>
                <a:gd name="T1" fmla="*/ 0 h 75"/>
                <a:gd name="T2" fmla="*/ 0 w 590"/>
                <a:gd name="T3" fmla="*/ 0 h 75"/>
                <a:gd name="T4" fmla="*/ 0 w 590"/>
                <a:gd name="T5" fmla="*/ 75 h 75"/>
                <a:gd name="T6" fmla="*/ 590 w 590"/>
                <a:gd name="T7" fmla="*/ 75 h 75"/>
                <a:gd name="T8" fmla="*/ 590 w 590"/>
                <a:gd name="T9" fmla="*/ 75 h 75"/>
                <a:gd name="T10" fmla="*/ 585 w 590"/>
                <a:gd name="T11" fmla="*/ 60 h 75"/>
                <a:gd name="T12" fmla="*/ 580 w 590"/>
                <a:gd name="T13" fmla="*/ 47 h 75"/>
                <a:gd name="T14" fmla="*/ 580 w 590"/>
                <a:gd name="T15" fmla="*/ 47 h 75"/>
                <a:gd name="T16" fmla="*/ 577 w 590"/>
                <a:gd name="T17" fmla="*/ 36 h 75"/>
                <a:gd name="T18" fmla="*/ 575 w 590"/>
                <a:gd name="T19" fmla="*/ 24 h 75"/>
                <a:gd name="T20" fmla="*/ 573 w 590"/>
                <a:gd name="T21" fmla="*/ 12 h 75"/>
                <a:gd name="T22" fmla="*/ 573 w 590"/>
                <a:gd name="T23" fmla="*/ 0 h 75"/>
                <a:gd name="T24" fmla="*/ 573 w 590"/>
                <a:gd name="T2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0" h="75">
                  <a:moveTo>
                    <a:pt x="573" y="0"/>
                  </a:moveTo>
                  <a:lnTo>
                    <a:pt x="0" y="0"/>
                  </a:lnTo>
                  <a:lnTo>
                    <a:pt x="0" y="75"/>
                  </a:lnTo>
                  <a:lnTo>
                    <a:pt x="590" y="75"/>
                  </a:lnTo>
                  <a:lnTo>
                    <a:pt x="590" y="75"/>
                  </a:lnTo>
                  <a:lnTo>
                    <a:pt x="585" y="60"/>
                  </a:lnTo>
                  <a:lnTo>
                    <a:pt x="580" y="47"/>
                  </a:lnTo>
                  <a:lnTo>
                    <a:pt x="580" y="47"/>
                  </a:lnTo>
                  <a:lnTo>
                    <a:pt x="577" y="36"/>
                  </a:lnTo>
                  <a:lnTo>
                    <a:pt x="575" y="24"/>
                  </a:lnTo>
                  <a:lnTo>
                    <a:pt x="573" y="12"/>
                  </a:lnTo>
                  <a:lnTo>
                    <a:pt x="573" y="0"/>
                  </a:lnTo>
                  <a:lnTo>
                    <a:pt x="5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7" name="Freeform 11447"/>
            <p:cNvSpPr>
              <a:spLocks noEditPoints="1"/>
            </p:cNvSpPr>
            <p:nvPr/>
          </p:nvSpPr>
          <p:spPr bwMode="auto">
            <a:xfrm>
              <a:off x="6172087" y="5408708"/>
              <a:ext cx="118750" cy="118750"/>
            </a:xfrm>
            <a:custGeom>
              <a:avLst/>
              <a:gdLst>
                <a:gd name="T0" fmla="*/ 303 w 310"/>
                <a:gd name="T1" fmla="*/ 113 h 309"/>
                <a:gd name="T2" fmla="*/ 287 w 310"/>
                <a:gd name="T3" fmla="*/ 77 h 309"/>
                <a:gd name="T4" fmla="*/ 264 w 310"/>
                <a:gd name="T5" fmla="*/ 46 h 309"/>
                <a:gd name="T6" fmla="*/ 232 w 310"/>
                <a:gd name="T7" fmla="*/ 21 h 309"/>
                <a:gd name="T8" fmla="*/ 196 w 310"/>
                <a:gd name="T9" fmla="*/ 5 h 309"/>
                <a:gd name="T10" fmla="*/ 154 w 310"/>
                <a:gd name="T11" fmla="*/ 0 h 309"/>
                <a:gd name="T12" fmla="*/ 123 w 310"/>
                <a:gd name="T13" fmla="*/ 4 h 309"/>
                <a:gd name="T14" fmla="*/ 81 w 310"/>
                <a:gd name="T15" fmla="*/ 18 h 309"/>
                <a:gd name="T16" fmla="*/ 44 w 310"/>
                <a:gd name="T17" fmla="*/ 46 h 309"/>
                <a:gd name="T18" fmla="*/ 18 w 310"/>
                <a:gd name="T19" fmla="*/ 81 h 309"/>
                <a:gd name="T20" fmla="*/ 3 w 310"/>
                <a:gd name="T21" fmla="*/ 124 h 309"/>
                <a:gd name="T22" fmla="*/ 0 w 310"/>
                <a:gd name="T23" fmla="*/ 155 h 309"/>
                <a:gd name="T24" fmla="*/ 4 w 310"/>
                <a:gd name="T25" fmla="*/ 193 h 309"/>
                <a:gd name="T26" fmla="*/ 18 w 310"/>
                <a:gd name="T27" fmla="*/ 230 h 309"/>
                <a:gd name="T28" fmla="*/ 41 w 310"/>
                <a:gd name="T29" fmla="*/ 260 h 309"/>
                <a:gd name="T30" fmla="*/ 69 w 310"/>
                <a:gd name="T31" fmla="*/ 285 h 309"/>
                <a:gd name="T32" fmla="*/ 103 w 310"/>
                <a:gd name="T33" fmla="*/ 300 h 309"/>
                <a:gd name="T34" fmla="*/ 141 w 310"/>
                <a:gd name="T35" fmla="*/ 309 h 309"/>
                <a:gd name="T36" fmla="*/ 170 w 310"/>
                <a:gd name="T37" fmla="*/ 309 h 309"/>
                <a:gd name="T38" fmla="*/ 214 w 310"/>
                <a:gd name="T39" fmla="*/ 298 h 309"/>
                <a:gd name="T40" fmla="*/ 252 w 310"/>
                <a:gd name="T41" fmla="*/ 274 h 309"/>
                <a:gd name="T42" fmla="*/ 282 w 310"/>
                <a:gd name="T43" fmla="*/ 241 h 309"/>
                <a:gd name="T44" fmla="*/ 302 w 310"/>
                <a:gd name="T45" fmla="*/ 201 h 309"/>
                <a:gd name="T46" fmla="*/ 310 w 310"/>
                <a:gd name="T47" fmla="*/ 155 h 309"/>
                <a:gd name="T48" fmla="*/ 307 w 310"/>
                <a:gd name="T49" fmla="*/ 128 h 309"/>
                <a:gd name="T50" fmla="*/ 235 w 310"/>
                <a:gd name="T51" fmla="*/ 168 h 309"/>
                <a:gd name="T52" fmla="*/ 230 w 310"/>
                <a:gd name="T53" fmla="*/ 177 h 309"/>
                <a:gd name="T54" fmla="*/ 171 w 310"/>
                <a:gd name="T55" fmla="*/ 234 h 309"/>
                <a:gd name="T56" fmla="*/ 168 w 310"/>
                <a:gd name="T57" fmla="*/ 240 h 309"/>
                <a:gd name="T58" fmla="*/ 145 w 310"/>
                <a:gd name="T59" fmla="*/ 243 h 309"/>
                <a:gd name="T60" fmla="*/ 138 w 310"/>
                <a:gd name="T61" fmla="*/ 240 h 309"/>
                <a:gd name="T62" fmla="*/ 136 w 310"/>
                <a:gd name="T63" fmla="*/ 179 h 309"/>
                <a:gd name="T64" fmla="*/ 77 w 310"/>
                <a:gd name="T65" fmla="*/ 177 h 309"/>
                <a:gd name="T66" fmla="*/ 71 w 310"/>
                <a:gd name="T67" fmla="*/ 168 h 309"/>
                <a:gd name="T68" fmla="*/ 72 w 310"/>
                <a:gd name="T69" fmla="*/ 149 h 309"/>
                <a:gd name="T70" fmla="*/ 81 w 310"/>
                <a:gd name="T71" fmla="*/ 142 h 309"/>
                <a:gd name="T72" fmla="*/ 136 w 310"/>
                <a:gd name="T73" fmla="*/ 89 h 309"/>
                <a:gd name="T74" fmla="*/ 141 w 310"/>
                <a:gd name="T75" fmla="*/ 79 h 309"/>
                <a:gd name="T76" fmla="*/ 162 w 310"/>
                <a:gd name="T77" fmla="*/ 78 h 309"/>
                <a:gd name="T78" fmla="*/ 171 w 310"/>
                <a:gd name="T79" fmla="*/ 85 h 309"/>
                <a:gd name="T80" fmla="*/ 226 w 310"/>
                <a:gd name="T81" fmla="*/ 142 h 309"/>
                <a:gd name="T82" fmla="*/ 232 w 310"/>
                <a:gd name="T83" fmla="*/ 146 h 309"/>
                <a:gd name="T84" fmla="*/ 235 w 310"/>
                <a:gd name="T85" fmla="*/ 16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10" h="309">
                  <a:moveTo>
                    <a:pt x="307" y="128"/>
                  </a:moveTo>
                  <a:lnTo>
                    <a:pt x="307" y="128"/>
                  </a:lnTo>
                  <a:lnTo>
                    <a:pt x="303" y="113"/>
                  </a:lnTo>
                  <a:lnTo>
                    <a:pt x="299" y="102"/>
                  </a:lnTo>
                  <a:lnTo>
                    <a:pt x="294" y="89"/>
                  </a:lnTo>
                  <a:lnTo>
                    <a:pt x="287" y="77"/>
                  </a:lnTo>
                  <a:lnTo>
                    <a:pt x="281" y="65"/>
                  </a:lnTo>
                  <a:lnTo>
                    <a:pt x="273" y="55"/>
                  </a:lnTo>
                  <a:lnTo>
                    <a:pt x="264" y="46"/>
                  </a:lnTo>
                  <a:lnTo>
                    <a:pt x="253" y="36"/>
                  </a:lnTo>
                  <a:lnTo>
                    <a:pt x="243" y="29"/>
                  </a:lnTo>
                  <a:lnTo>
                    <a:pt x="232" y="21"/>
                  </a:lnTo>
                  <a:lnTo>
                    <a:pt x="221" y="16"/>
                  </a:lnTo>
                  <a:lnTo>
                    <a:pt x="208" y="10"/>
                  </a:lnTo>
                  <a:lnTo>
                    <a:pt x="196" y="5"/>
                  </a:lnTo>
                  <a:lnTo>
                    <a:pt x="182" y="2"/>
                  </a:lnTo>
                  <a:lnTo>
                    <a:pt x="168" y="1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38" y="1"/>
                  </a:lnTo>
                  <a:lnTo>
                    <a:pt x="123" y="4"/>
                  </a:lnTo>
                  <a:lnTo>
                    <a:pt x="108" y="8"/>
                  </a:lnTo>
                  <a:lnTo>
                    <a:pt x="94" y="13"/>
                  </a:lnTo>
                  <a:lnTo>
                    <a:pt x="81" y="18"/>
                  </a:lnTo>
                  <a:lnTo>
                    <a:pt x="68" y="26"/>
                  </a:lnTo>
                  <a:lnTo>
                    <a:pt x="56" y="35"/>
                  </a:lnTo>
                  <a:lnTo>
                    <a:pt x="44" y="46"/>
                  </a:lnTo>
                  <a:lnTo>
                    <a:pt x="35" y="56"/>
                  </a:lnTo>
                  <a:lnTo>
                    <a:pt x="26" y="68"/>
                  </a:lnTo>
                  <a:lnTo>
                    <a:pt x="18" y="81"/>
                  </a:lnTo>
                  <a:lnTo>
                    <a:pt x="12" y="95"/>
                  </a:lnTo>
                  <a:lnTo>
                    <a:pt x="7" y="108"/>
                  </a:lnTo>
                  <a:lnTo>
                    <a:pt x="3" y="124"/>
                  </a:lnTo>
                  <a:lnTo>
                    <a:pt x="0" y="14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1" y="175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8" y="206"/>
                  </a:lnTo>
                  <a:lnTo>
                    <a:pt x="13" y="218"/>
                  </a:lnTo>
                  <a:lnTo>
                    <a:pt x="18" y="230"/>
                  </a:lnTo>
                  <a:lnTo>
                    <a:pt x="25" y="240"/>
                  </a:lnTo>
                  <a:lnTo>
                    <a:pt x="33" y="251"/>
                  </a:lnTo>
                  <a:lnTo>
                    <a:pt x="41" y="260"/>
                  </a:lnTo>
                  <a:lnTo>
                    <a:pt x="50" y="269"/>
                  </a:lnTo>
                  <a:lnTo>
                    <a:pt x="59" y="277"/>
                  </a:lnTo>
                  <a:lnTo>
                    <a:pt x="69" y="285"/>
                  </a:lnTo>
                  <a:lnTo>
                    <a:pt x="80" y="291"/>
                  </a:lnTo>
                  <a:lnTo>
                    <a:pt x="91" y="296"/>
                  </a:lnTo>
                  <a:lnTo>
                    <a:pt x="103" y="300"/>
                  </a:lnTo>
                  <a:lnTo>
                    <a:pt x="115" y="304"/>
                  </a:lnTo>
                  <a:lnTo>
                    <a:pt x="128" y="307"/>
                  </a:lnTo>
                  <a:lnTo>
                    <a:pt x="141" y="309"/>
                  </a:lnTo>
                  <a:lnTo>
                    <a:pt x="154" y="309"/>
                  </a:lnTo>
                  <a:lnTo>
                    <a:pt x="154" y="309"/>
                  </a:lnTo>
                  <a:lnTo>
                    <a:pt x="170" y="309"/>
                  </a:lnTo>
                  <a:lnTo>
                    <a:pt x="185" y="307"/>
                  </a:lnTo>
                  <a:lnTo>
                    <a:pt x="200" y="303"/>
                  </a:lnTo>
                  <a:lnTo>
                    <a:pt x="214" y="298"/>
                  </a:lnTo>
                  <a:lnTo>
                    <a:pt x="229" y="291"/>
                  </a:lnTo>
                  <a:lnTo>
                    <a:pt x="240" y="283"/>
                  </a:lnTo>
                  <a:lnTo>
                    <a:pt x="252" y="274"/>
                  </a:lnTo>
                  <a:lnTo>
                    <a:pt x="264" y="264"/>
                  </a:lnTo>
                  <a:lnTo>
                    <a:pt x="273" y="253"/>
                  </a:lnTo>
                  <a:lnTo>
                    <a:pt x="282" y="241"/>
                  </a:lnTo>
                  <a:lnTo>
                    <a:pt x="290" y="228"/>
                  </a:lnTo>
                  <a:lnTo>
                    <a:pt x="296" y="215"/>
                  </a:lnTo>
                  <a:lnTo>
                    <a:pt x="302" y="201"/>
                  </a:lnTo>
                  <a:lnTo>
                    <a:pt x="306" y="187"/>
                  </a:lnTo>
                  <a:lnTo>
                    <a:pt x="308" y="171"/>
                  </a:lnTo>
                  <a:lnTo>
                    <a:pt x="310" y="155"/>
                  </a:lnTo>
                  <a:lnTo>
                    <a:pt x="310" y="155"/>
                  </a:lnTo>
                  <a:lnTo>
                    <a:pt x="308" y="141"/>
                  </a:lnTo>
                  <a:lnTo>
                    <a:pt x="307" y="128"/>
                  </a:lnTo>
                  <a:lnTo>
                    <a:pt x="307" y="128"/>
                  </a:lnTo>
                  <a:close/>
                  <a:moveTo>
                    <a:pt x="235" y="168"/>
                  </a:moveTo>
                  <a:lnTo>
                    <a:pt x="235" y="168"/>
                  </a:lnTo>
                  <a:lnTo>
                    <a:pt x="235" y="172"/>
                  </a:lnTo>
                  <a:lnTo>
                    <a:pt x="232" y="176"/>
                  </a:lnTo>
                  <a:lnTo>
                    <a:pt x="230" y="177"/>
                  </a:lnTo>
                  <a:lnTo>
                    <a:pt x="226" y="179"/>
                  </a:lnTo>
                  <a:lnTo>
                    <a:pt x="171" y="179"/>
                  </a:lnTo>
                  <a:lnTo>
                    <a:pt x="171" y="234"/>
                  </a:lnTo>
                  <a:lnTo>
                    <a:pt x="171" y="234"/>
                  </a:lnTo>
                  <a:lnTo>
                    <a:pt x="171" y="238"/>
                  </a:lnTo>
                  <a:lnTo>
                    <a:pt x="168" y="240"/>
                  </a:lnTo>
                  <a:lnTo>
                    <a:pt x="166" y="243"/>
                  </a:lnTo>
                  <a:lnTo>
                    <a:pt x="162" y="243"/>
                  </a:lnTo>
                  <a:lnTo>
                    <a:pt x="145" y="243"/>
                  </a:lnTo>
                  <a:lnTo>
                    <a:pt x="145" y="243"/>
                  </a:lnTo>
                  <a:lnTo>
                    <a:pt x="141" y="243"/>
                  </a:lnTo>
                  <a:lnTo>
                    <a:pt x="138" y="240"/>
                  </a:lnTo>
                  <a:lnTo>
                    <a:pt x="136" y="238"/>
                  </a:lnTo>
                  <a:lnTo>
                    <a:pt x="136" y="234"/>
                  </a:lnTo>
                  <a:lnTo>
                    <a:pt x="136" y="179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77" y="177"/>
                  </a:lnTo>
                  <a:lnTo>
                    <a:pt x="74" y="176"/>
                  </a:lnTo>
                  <a:lnTo>
                    <a:pt x="72" y="172"/>
                  </a:lnTo>
                  <a:lnTo>
                    <a:pt x="71" y="168"/>
                  </a:lnTo>
                  <a:lnTo>
                    <a:pt x="71" y="153"/>
                  </a:lnTo>
                  <a:lnTo>
                    <a:pt x="71" y="153"/>
                  </a:lnTo>
                  <a:lnTo>
                    <a:pt x="72" y="149"/>
                  </a:lnTo>
                  <a:lnTo>
                    <a:pt x="74" y="146"/>
                  </a:lnTo>
                  <a:lnTo>
                    <a:pt x="77" y="143"/>
                  </a:lnTo>
                  <a:lnTo>
                    <a:pt x="81" y="142"/>
                  </a:lnTo>
                  <a:lnTo>
                    <a:pt x="136" y="142"/>
                  </a:lnTo>
                  <a:lnTo>
                    <a:pt x="136" y="89"/>
                  </a:lnTo>
                  <a:lnTo>
                    <a:pt x="136" y="89"/>
                  </a:lnTo>
                  <a:lnTo>
                    <a:pt x="136" y="85"/>
                  </a:lnTo>
                  <a:lnTo>
                    <a:pt x="138" y="81"/>
                  </a:lnTo>
                  <a:lnTo>
                    <a:pt x="141" y="79"/>
                  </a:lnTo>
                  <a:lnTo>
                    <a:pt x="145" y="78"/>
                  </a:lnTo>
                  <a:lnTo>
                    <a:pt x="162" y="78"/>
                  </a:lnTo>
                  <a:lnTo>
                    <a:pt x="162" y="78"/>
                  </a:lnTo>
                  <a:lnTo>
                    <a:pt x="166" y="79"/>
                  </a:lnTo>
                  <a:lnTo>
                    <a:pt x="168" y="81"/>
                  </a:lnTo>
                  <a:lnTo>
                    <a:pt x="171" y="85"/>
                  </a:lnTo>
                  <a:lnTo>
                    <a:pt x="171" y="89"/>
                  </a:lnTo>
                  <a:lnTo>
                    <a:pt x="171" y="142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3"/>
                  </a:lnTo>
                  <a:lnTo>
                    <a:pt x="232" y="146"/>
                  </a:lnTo>
                  <a:lnTo>
                    <a:pt x="235" y="149"/>
                  </a:lnTo>
                  <a:lnTo>
                    <a:pt x="235" y="153"/>
                  </a:lnTo>
                  <a:lnTo>
                    <a:pt x="23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38" name="Group 82"/>
          <p:cNvGrpSpPr/>
          <p:nvPr/>
        </p:nvGrpSpPr>
        <p:grpSpPr>
          <a:xfrm>
            <a:off x="2797822" y="2088883"/>
            <a:ext cx="357774" cy="447598"/>
            <a:chOff x="7268245" y="5108787"/>
            <a:chExt cx="357774" cy="447598"/>
          </a:xfrm>
          <a:solidFill>
            <a:srgbClr val="2B7D6B"/>
          </a:solidFill>
        </p:grpSpPr>
        <p:sp>
          <p:nvSpPr>
            <p:cNvPr id="39" name="Freeform 11482"/>
            <p:cNvSpPr>
              <a:spLocks noEditPoints="1"/>
            </p:cNvSpPr>
            <p:nvPr/>
          </p:nvSpPr>
          <p:spPr bwMode="auto">
            <a:xfrm>
              <a:off x="7476820" y="5407186"/>
              <a:ext cx="149199" cy="149199"/>
            </a:xfrm>
            <a:custGeom>
              <a:avLst/>
              <a:gdLst>
                <a:gd name="T0" fmla="*/ 384 w 391"/>
                <a:gd name="T1" fmla="*/ 145 h 392"/>
                <a:gd name="T2" fmla="*/ 364 w 391"/>
                <a:gd name="T3" fmla="*/ 98 h 392"/>
                <a:gd name="T4" fmla="*/ 334 w 391"/>
                <a:gd name="T5" fmla="*/ 57 h 392"/>
                <a:gd name="T6" fmla="*/ 295 w 391"/>
                <a:gd name="T7" fmla="*/ 27 h 392"/>
                <a:gd name="T8" fmla="*/ 248 w 391"/>
                <a:gd name="T9" fmla="*/ 8 h 392"/>
                <a:gd name="T10" fmla="*/ 196 w 391"/>
                <a:gd name="T11" fmla="*/ 0 h 392"/>
                <a:gd name="T12" fmla="*/ 155 w 391"/>
                <a:gd name="T13" fmla="*/ 4 h 392"/>
                <a:gd name="T14" fmla="*/ 102 w 391"/>
                <a:gd name="T15" fmla="*/ 23 h 392"/>
                <a:gd name="T16" fmla="*/ 57 w 391"/>
                <a:gd name="T17" fmla="*/ 57 h 392"/>
                <a:gd name="T18" fmla="*/ 23 w 391"/>
                <a:gd name="T19" fmla="*/ 103 h 392"/>
                <a:gd name="T20" fmla="*/ 4 w 391"/>
                <a:gd name="T21" fmla="*/ 157 h 392"/>
                <a:gd name="T22" fmla="*/ 0 w 391"/>
                <a:gd name="T23" fmla="*/ 196 h 392"/>
                <a:gd name="T24" fmla="*/ 5 w 391"/>
                <a:gd name="T25" fmla="*/ 245 h 392"/>
                <a:gd name="T26" fmla="*/ 17 w 391"/>
                <a:gd name="T27" fmla="*/ 275 h 392"/>
                <a:gd name="T28" fmla="*/ 40 w 391"/>
                <a:gd name="T29" fmla="*/ 316 h 392"/>
                <a:gd name="T30" fmla="*/ 74 w 391"/>
                <a:gd name="T31" fmla="*/ 350 h 392"/>
                <a:gd name="T32" fmla="*/ 115 w 391"/>
                <a:gd name="T33" fmla="*/ 375 h 392"/>
                <a:gd name="T34" fmla="*/ 162 w 391"/>
                <a:gd name="T35" fmla="*/ 389 h 392"/>
                <a:gd name="T36" fmla="*/ 196 w 391"/>
                <a:gd name="T37" fmla="*/ 392 h 392"/>
                <a:gd name="T38" fmla="*/ 253 w 391"/>
                <a:gd name="T39" fmla="*/ 383 h 392"/>
                <a:gd name="T40" fmla="*/ 305 w 391"/>
                <a:gd name="T41" fmla="*/ 359 h 392"/>
                <a:gd name="T42" fmla="*/ 346 w 391"/>
                <a:gd name="T43" fmla="*/ 321 h 392"/>
                <a:gd name="T44" fmla="*/ 376 w 391"/>
                <a:gd name="T45" fmla="*/ 273 h 392"/>
                <a:gd name="T46" fmla="*/ 390 w 391"/>
                <a:gd name="T47" fmla="*/ 215 h 392"/>
                <a:gd name="T48" fmla="*/ 390 w 391"/>
                <a:gd name="T49" fmla="*/ 179 h 392"/>
                <a:gd name="T50" fmla="*/ 299 w 391"/>
                <a:gd name="T51" fmla="*/ 214 h 392"/>
                <a:gd name="T52" fmla="*/ 295 w 391"/>
                <a:gd name="T53" fmla="*/ 222 h 392"/>
                <a:gd name="T54" fmla="*/ 216 w 391"/>
                <a:gd name="T55" fmla="*/ 226 h 392"/>
                <a:gd name="T56" fmla="*/ 216 w 391"/>
                <a:gd name="T57" fmla="*/ 300 h 392"/>
                <a:gd name="T58" fmla="*/ 205 w 391"/>
                <a:gd name="T59" fmla="*/ 308 h 392"/>
                <a:gd name="T60" fmla="*/ 179 w 391"/>
                <a:gd name="T61" fmla="*/ 307 h 392"/>
                <a:gd name="T62" fmla="*/ 171 w 391"/>
                <a:gd name="T63" fmla="*/ 295 h 392"/>
                <a:gd name="T64" fmla="*/ 103 w 391"/>
                <a:gd name="T65" fmla="*/ 226 h 392"/>
                <a:gd name="T66" fmla="*/ 91 w 391"/>
                <a:gd name="T67" fmla="*/ 218 h 392"/>
                <a:gd name="T68" fmla="*/ 90 w 391"/>
                <a:gd name="T69" fmla="*/ 193 h 392"/>
                <a:gd name="T70" fmla="*/ 98 w 391"/>
                <a:gd name="T71" fmla="*/ 181 h 392"/>
                <a:gd name="T72" fmla="*/ 171 w 391"/>
                <a:gd name="T73" fmla="*/ 111 h 392"/>
                <a:gd name="T74" fmla="*/ 175 w 391"/>
                <a:gd name="T75" fmla="*/ 103 h 392"/>
                <a:gd name="T76" fmla="*/ 205 w 391"/>
                <a:gd name="T77" fmla="*/ 99 h 392"/>
                <a:gd name="T78" fmla="*/ 214 w 391"/>
                <a:gd name="T79" fmla="*/ 103 h 392"/>
                <a:gd name="T80" fmla="*/ 216 w 391"/>
                <a:gd name="T81" fmla="*/ 180 h 392"/>
                <a:gd name="T82" fmla="*/ 291 w 391"/>
                <a:gd name="T83" fmla="*/ 181 h 392"/>
                <a:gd name="T84" fmla="*/ 299 w 391"/>
                <a:gd name="T85" fmla="*/ 193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1" h="392">
                  <a:moveTo>
                    <a:pt x="388" y="162"/>
                  </a:moveTo>
                  <a:lnTo>
                    <a:pt x="388" y="162"/>
                  </a:lnTo>
                  <a:lnTo>
                    <a:pt x="384" y="145"/>
                  </a:lnTo>
                  <a:lnTo>
                    <a:pt x="378" y="128"/>
                  </a:lnTo>
                  <a:lnTo>
                    <a:pt x="372" y="112"/>
                  </a:lnTo>
                  <a:lnTo>
                    <a:pt x="364" y="98"/>
                  </a:lnTo>
                  <a:lnTo>
                    <a:pt x="355" y="83"/>
                  </a:lnTo>
                  <a:lnTo>
                    <a:pt x="346" y="70"/>
                  </a:lnTo>
                  <a:lnTo>
                    <a:pt x="334" y="57"/>
                  </a:lnTo>
                  <a:lnTo>
                    <a:pt x="321" y="47"/>
                  </a:lnTo>
                  <a:lnTo>
                    <a:pt x="308" y="36"/>
                  </a:lnTo>
                  <a:lnTo>
                    <a:pt x="295" y="27"/>
                  </a:lnTo>
                  <a:lnTo>
                    <a:pt x="279" y="20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31" y="4"/>
                  </a:lnTo>
                  <a:lnTo>
                    <a:pt x="213" y="1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75" y="1"/>
                  </a:lnTo>
                  <a:lnTo>
                    <a:pt x="155" y="4"/>
                  </a:lnTo>
                  <a:lnTo>
                    <a:pt x="137" y="9"/>
                  </a:lnTo>
                  <a:lnTo>
                    <a:pt x="119" y="16"/>
                  </a:lnTo>
                  <a:lnTo>
                    <a:pt x="102" y="23"/>
                  </a:lnTo>
                  <a:lnTo>
                    <a:pt x="86" y="34"/>
                  </a:lnTo>
                  <a:lnTo>
                    <a:pt x="70" y="44"/>
                  </a:lnTo>
                  <a:lnTo>
                    <a:pt x="57" y="57"/>
                  </a:lnTo>
                  <a:lnTo>
                    <a:pt x="44" y="72"/>
                  </a:lnTo>
                  <a:lnTo>
                    <a:pt x="32" y="86"/>
                  </a:lnTo>
                  <a:lnTo>
                    <a:pt x="23" y="103"/>
                  </a:lnTo>
                  <a:lnTo>
                    <a:pt x="15" y="120"/>
                  </a:lnTo>
                  <a:lnTo>
                    <a:pt x="8" y="138"/>
                  </a:lnTo>
                  <a:lnTo>
                    <a:pt x="4" y="157"/>
                  </a:lnTo>
                  <a:lnTo>
                    <a:pt x="0" y="176"/>
                  </a:lnTo>
                  <a:lnTo>
                    <a:pt x="0" y="196"/>
                  </a:lnTo>
                  <a:lnTo>
                    <a:pt x="0" y="196"/>
                  </a:lnTo>
                  <a:lnTo>
                    <a:pt x="0" y="209"/>
                  </a:lnTo>
                  <a:lnTo>
                    <a:pt x="1" y="221"/>
                  </a:lnTo>
                  <a:lnTo>
                    <a:pt x="5" y="245"/>
                  </a:lnTo>
                  <a:lnTo>
                    <a:pt x="5" y="245"/>
                  </a:lnTo>
                  <a:lnTo>
                    <a:pt x="10" y="261"/>
                  </a:lnTo>
                  <a:lnTo>
                    <a:pt x="17" y="275"/>
                  </a:lnTo>
                  <a:lnTo>
                    <a:pt x="23" y="290"/>
                  </a:lnTo>
                  <a:lnTo>
                    <a:pt x="31" y="304"/>
                  </a:lnTo>
                  <a:lnTo>
                    <a:pt x="40" y="316"/>
                  </a:lnTo>
                  <a:lnTo>
                    <a:pt x="51" y="329"/>
                  </a:lnTo>
                  <a:lnTo>
                    <a:pt x="62" y="339"/>
                  </a:lnTo>
                  <a:lnTo>
                    <a:pt x="74" y="350"/>
                  </a:lnTo>
                  <a:lnTo>
                    <a:pt x="87" y="359"/>
                  </a:lnTo>
                  <a:lnTo>
                    <a:pt x="100" y="368"/>
                  </a:lnTo>
                  <a:lnTo>
                    <a:pt x="115" y="375"/>
                  </a:lnTo>
                  <a:lnTo>
                    <a:pt x="130" y="381"/>
                  </a:lnTo>
                  <a:lnTo>
                    <a:pt x="146" y="385"/>
                  </a:lnTo>
                  <a:lnTo>
                    <a:pt x="162" y="389"/>
                  </a:lnTo>
                  <a:lnTo>
                    <a:pt x="179" y="392"/>
                  </a:lnTo>
                  <a:lnTo>
                    <a:pt x="196" y="392"/>
                  </a:lnTo>
                  <a:lnTo>
                    <a:pt x="196" y="392"/>
                  </a:lnTo>
                  <a:lnTo>
                    <a:pt x="215" y="390"/>
                  </a:lnTo>
                  <a:lnTo>
                    <a:pt x="235" y="388"/>
                  </a:lnTo>
                  <a:lnTo>
                    <a:pt x="253" y="383"/>
                  </a:lnTo>
                  <a:lnTo>
                    <a:pt x="271" y="376"/>
                  </a:lnTo>
                  <a:lnTo>
                    <a:pt x="288" y="368"/>
                  </a:lnTo>
                  <a:lnTo>
                    <a:pt x="305" y="359"/>
                  </a:lnTo>
                  <a:lnTo>
                    <a:pt x="320" y="347"/>
                  </a:lnTo>
                  <a:lnTo>
                    <a:pt x="334" y="334"/>
                  </a:lnTo>
                  <a:lnTo>
                    <a:pt x="346" y="321"/>
                  </a:lnTo>
                  <a:lnTo>
                    <a:pt x="358" y="306"/>
                  </a:lnTo>
                  <a:lnTo>
                    <a:pt x="368" y="290"/>
                  </a:lnTo>
                  <a:lnTo>
                    <a:pt x="376" y="273"/>
                  </a:lnTo>
                  <a:lnTo>
                    <a:pt x="382" y="255"/>
                  </a:lnTo>
                  <a:lnTo>
                    <a:pt x="388" y="235"/>
                  </a:lnTo>
                  <a:lnTo>
                    <a:pt x="390" y="215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0" y="179"/>
                  </a:lnTo>
                  <a:lnTo>
                    <a:pt x="388" y="162"/>
                  </a:lnTo>
                  <a:lnTo>
                    <a:pt x="388" y="162"/>
                  </a:lnTo>
                  <a:close/>
                  <a:moveTo>
                    <a:pt x="299" y="214"/>
                  </a:moveTo>
                  <a:lnTo>
                    <a:pt x="299" y="214"/>
                  </a:lnTo>
                  <a:lnTo>
                    <a:pt x="297" y="218"/>
                  </a:lnTo>
                  <a:lnTo>
                    <a:pt x="295" y="222"/>
                  </a:lnTo>
                  <a:lnTo>
                    <a:pt x="291" y="225"/>
                  </a:lnTo>
                  <a:lnTo>
                    <a:pt x="286" y="226"/>
                  </a:lnTo>
                  <a:lnTo>
                    <a:pt x="216" y="226"/>
                  </a:lnTo>
                  <a:lnTo>
                    <a:pt x="216" y="295"/>
                  </a:lnTo>
                  <a:lnTo>
                    <a:pt x="216" y="295"/>
                  </a:lnTo>
                  <a:lnTo>
                    <a:pt x="216" y="300"/>
                  </a:lnTo>
                  <a:lnTo>
                    <a:pt x="214" y="304"/>
                  </a:lnTo>
                  <a:lnTo>
                    <a:pt x="210" y="307"/>
                  </a:lnTo>
                  <a:lnTo>
                    <a:pt x="205" y="308"/>
                  </a:lnTo>
                  <a:lnTo>
                    <a:pt x="184" y="308"/>
                  </a:lnTo>
                  <a:lnTo>
                    <a:pt x="184" y="308"/>
                  </a:lnTo>
                  <a:lnTo>
                    <a:pt x="179" y="307"/>
                  </a:lnTo>
                  <a:lnTo>
                    <a:pt x="175" y="304"/>
                  </a:lnTo>
                  <a:lnTo>
                    <a:pt x="172" y="300"/>
                  </a:lnTo>
                  <a:lnTo>
                    <a:pt x="171" y="295"/>
                  </a:lnTo>
                  <a:lnTo>
                    <a:pt x="171" y="226"/>
                  </a:lnTo>
                  <a:lnTo>
                    <a:pt x="103" y="226"/>
                  </a:lnTo>
                  <a:lnTo>
                    <a:pt x="103" y="226"/>
                  </a:lnTo>
                  <a:lnTo>
                    <a:pt x="98" y="225"/>
                  </a:lnTo>
                  <a:lnTo>
                    <a:pt x="94" y="222"/>
                  </a:lnTo>
                  <a:lnTo>
                    <a:pt x="91" y="218"/>
                  </a:lnTo>
                  <a:lnTo>
                    <a:pt x="90" y="214"/>
                  </a:lnTo>
                  <a:lnTo>
                    <a:pt x="90" y="193"/>
                  </a:lnTo>
                  <a:lnTo>
                    <a:pt x="90" y="193"/>
                  </a:lnTo>
                  <a:lnTo>
                    <a:pt x="91" y="188"/>
                  </a:lnTo>
                  <a:lnTo>
                    <a:pt x="94" y="184"/>
                  </a:lnTo>
                  <a:lnTo>
                    <a:pt x="98" y="181"/>
                  </a:lnTo>
                  <a:lnTo>
                    <a:pt x="103" y="180"/>
                  </a:lnTo>
                  <a:lnTo>
                    <a:pt x="171" y="180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72" y="107"/>
                  </a:lnTo>
                  <a:lnTo>
                    <a:pt x="175" y="103"/>
                  </a:lnTo>
                  <a:lnTo>
                    <a:pt x="179" y="100"/>
                  </a:lnTo>
                  <a:lnTo>
                    <a:pt x="184" y="99"/>
                  </a:lnTo>
                  <a:lnTo>
                    <a:pt x="205" y="99"/>
                  </a:lnTo>
                  <a:lnTo>
                    <a:pt x="205" y="99"/>
                  </a:lnTo>
                  <a:lnTo>
                    <a:pt x="210" y="100"/>
                  </a:lnTo>
                  <a:lnTo>
                    <a:pt x="214" y="103"/>
                  </a:lnTo>
                  <a:lnTo>
                    <a:pt x="216" y="107"/>
                  </a:lnTo>
                  <a:lnTo>
                    <a:pt x="216" y="111"/>
                  </a:lnTo>
                  <a:lnTo>
                    <a:pt x="216" y="180"/>
                  </a:lnTo>
                  <a:lnTo>
                    <a:pt x="286" y="180"/>
                  </a:lnTo>
                  <a:lnTo>
                    <a:pt x="286" y="180"/>
                  </a:lnTo>
                  <a:lnTo>
                    <a:pt x="291" y="181"/>
                  </a:lnTo>
                  <a:lnTo>
                    <a:pt x="295" y="184"/>
                  </a:lnTo>
                  <a:lnTo>
                    <a:pt x="297" y="188"/>
                  </a:lnTo>
                  <a:lnTo>
                    <a:pt x="299" y="193"/>
                  </a:lnTo>
                  <a:lnTo>
                    <a:pt x="29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0" name="Freeform 11483"/>
            <p:cNvSpPr/>
            <p:nvPr/>
          </p:nvSpPr>
          <p:spPr bwMode="auto">
            <a:xfrm>
              <a:off x="7268245" y="5108787"/>
              <a:ext cx="315145" cy="408014"/>
            </a:xfrm>
            <a:custGeom>
              <a:avLst/>
              <a:gdLst>
                <a:gd name="T0" fmla="*/ 505 w 825"/>
                <a:gd name="T1" fmla="*/ 981 h 1070"/>
                <a:gd name="T2" fmla="*/ 369 w 825"/>
                <a:gd name="T3" fmla="*/ 980 h 1070"/>
                <a:gd name="T4" fmla="*/ 106 w 825"/>
                <a:gd name="T5" fmla="*/ 232 h 1070"/>
                <a:gd name="T6" fmla="*/ 202 w 825"/>
                <a:gd name="T7" fmla="*/ 231 h 1070"/>
                <a:gd name="T8" fmla="*/ 202 w 825"/>
                <a:gd name="T9" fmla="*/ 151 h 1070"/>
                <a:gd name="T10" fmla="*/ 189 w 825"/>
                <a:gd name="T11" fmla="*/ 101 h 1070"/>
                <a:gd name="T12" fmla="*/ 231 w 825"/>
                <a:gd name="T13" fmla="*/ 151 h 1070"/>
                <a:gd name="T14" fmla="*/ 219 w 825"/>
                <a:gd name="T15" fmla="*/ 231 h 1070"/>
                <a:gd name="T16" fmla="*/ 618 w 825"/>
                <a:gd name="T17" fmla="*/ 151 h 1070"/>
                <a:gd name="T18" fmla="*/ 606 w 825"/>
                <a:gd name="T19" fmla="*/ 101 h 1070"/>
                <a:gd name="T20" fmla="*/ 648 w 825"/>
                <a:gd name="T21" fmla="*/ 151 h 1070"/>
                <a:gd name="T22" fmla="*/ 635 w 825"/>
                <a:gd name="T23" fmla="*/ 231 h 1070"/>
                <a:gd name="T24" fmla="*/ 730 w 825"/>
                <a:gd name="T25" fmla="*/ 232 h 1070"/>
                <a:gd name="T26" fmla="*/ 730 w 825"/>
                <a:gd name="T27" fmla="*/ 576 h 1070"/>
                <a:gd name="T28" fmla="*/ 730 w 825"/>
                <a:gd name="T29" fmla="*/ 741 h 1070"/>
                <a:gd name="T30" fmla="*/ 747 w 825"/>
                <a:gd name="T31" fmla="*/ 741 h 1070"/>
                <a:gd name="T32" fmla="*/ 766 w 825"/>
                <a:gd name="T33" fmla="*/ 741 h 1070"/>
                <a:gd name="T34" fmla="*/ 807 w 825"/>
                <a:gd name="T35" fmla="*/ 748 h 1070"/>
                <a:gd name="T36" fmla="*/ 825 w 825"/>
                <a:gd name="T37" fmla="*/ 145 h 1070"/>
                <a:gd name="T38" fmla="*/ 684 w 825"/>
                <a:gd name="T39" fmla="*/ 145 h 1070"/>
                <a:gd name="T40" fmla="*/ 543 w 825"/>
                <a:gd name="T41" fmla="*/ 80 h 1070"/>
                <a:gd name="T42" fmla="*/ 543 w 825"/>
                <a:gd name="T43" fmla="*/ 77 h 1070"/>
                <a:gd name="T44" fmla="*/ 540 w 825"/>
                <a:gd name="T45" fmla="*/ 61 h 1070"/>
                <a:gd name="T46" fmla="*/ 533 w 825"/>
                <a:gd name="T47" fmla="*/ 47 h 1070"/>
                <a:gd name="T48" fmla="*/ 521 w 825"/>
                <a:gd name="T49" fmla="*/ 34 h 1070"/>
                <a:gd name="T50" fmla="*/ 505 w 825"/>
                <a:gd name="T51" fmla="*/ 22 h 1070"/>
                <a:gd name="T52" fmla="*/ 486 w 825"/>
                <a:gd name="T53" fmla="*/ 13 h 1070"/>
                <a:gd name="T54" fmla="*/ 463 w 825"/>
                <a:gd name="T55" fmla="*/ 7 h 1070"/>
                <a:gd name="T56" fmla="*/ 439 w 825"/>
                <a:gd name="T57" fmla="*/ 1 h 1070"/>
                <a:gd name="T58" fmla="*/ 413 w 825"/>
                <a:gd name="T59" fmla="*/ 0 h 1070"/>
                <a:gd name="T60" fmla="*/ 399 w 825"/>
                <a:gd name="T61" fmla="*/ 0 h 1070"/>
                <a:gd name="T62" fmla="*/ 375 w 825"/>
                <a:gd name="T63" fmla="*/ 4 h 1070"/>
                <a:gd name="T64" fmla="*/ 351 w 825"/>
                <a:gd name="T65" fmla="*/ 9 h 1070"/>
                <a:gd name="T66" fmla="*/ 330 w 825"/>
                <a:gd name="T67" fmla="*/ 18 h 1070"/>
                <a:gd name="T68" fmla="*/ 312 w 825"/>
                <a:gd name="T69" fmla="*/ 29 h 1070"/>
                <a:gd name="T70" fmla="*/ 299 w 825"/>
                <a:gd name="T71" fmla="*/ 40 h 1070"/>
                <a:gd name="T72" fmla="*/ 288 w 825"/>
                <a:gd name="T73" fmla="*/ 55 h 1070"/>
                <a:gd name="T74" fmla="*/ 283 w 825"/>
                <a:gd name="T75" fmla="*/ 69 h 1070"/>
                <a:gd name="T76" fmla="*/ 282 w 825"/>
                <a:gd name="T77" fmla="*/ 80 h 1070"/>
                <a:gd name="T78" fmla="*/ 142 w 825"/>
                <a:gd name="T79" fmla="*/ 145 h 1070"/>
                <a:gd name="T80" fmla="*/ 0 w 825"/>
                <a:gd name="T81" fmla="*/ 1070 h 1070"/>
                <a:gd name="T82" fmla="*/ 522 w 825"/>
                <a:gd name="T83" fmla="*/ 1070 h 1070"/>
                <a:gd name="T84" fmla="*/ 513 w 825"/>
                <a:gd name="T85" fmla="*/ 1041 h 1070"/>
                <a:gd name="T86" fmla="*/ 509 w 825"/>
                <a:gd name="T87" fmla="*/ 1027 h 1070"/>
                <a:gd name="T88" fmla="*/ 505 w 825"/>
                <a:gd name="T89" fmla="*/ 996 h 1070"/>
                <a:gd name="T90" fmla="*/ 505 w 825"/>
                <a:gd name="T91" fmla="*/ 981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25" h="1070">
                  <a:moveTo>
                    <a:pt x="505" y="981"/>
                  </a:moveTo>
                  <a:lnTo>
                    <a:pt x="505" y="981"/>
                  </a:lnTo>
                  <a:lnTo>
                    <a:pt x="505" y="980"/>
                  </a:lnTo>
                  <a:lnTo>
                    <a:pt x="369" y="980"/>
                  </a:lnTo>
                  <a:lnTo>
                    <a:pt x="106" y="696"/>
                  </a:lnTo>
                  <a:lnTo>
                    <a:pt x="106" y="232"/>
                  </a:lnTo>
                  <a:lnTo>
                    <a:pt x="202" y="232"/>
                  </a:lnTo>
                  <a:lnTo>
                    <a:pt x="202" y="231"/>
                  </a:lnTo>
                  <a:lnTo>
                    <a:pt x="202" y="231"/>
                  </a:lnTo>
                  <a:lnTo>
                    <a:pt x="202" y="151"/>
                  </a:lnTo>
                  <a:lnTo>
                    <a:pt x="189" y="151"/>
                  </a:lnTo>
                  <a:lnTo>
                    <a:pt x="189" y="101"/>
                  </a:lnTo>
                  <a:lnTo>
                    <a:pt x="231" y="101"/>
                  </a:lnTo>
                  <a:lnTo>
                    <a:pt x="231" y="151"/>
                  </a:lnTo>
                  <a:lnTo>
                    <a:pt x="219" y="151"/>
                  </a:lnTo>
                  <a:lnTo>
                    <a:pt x="219" y="231"/>
                  </a:lnTo>
                  <a:lnTo>
                    <a:pt x="618" y="231"/>
                  </a:lnTo>
                  <a:lnTo>
                    <a:pt x="618" y="151"/>
                  </a:lnTo>
                  <a:lnTo>
                    <a:pt x="606" y="151"/>
                  </a:lnTo>
                  <a:lnTo>
                    <a:pt x="606" y="101"/>
                  </a:lnTo>
                  <a:lnTo>
                    <a:pt x="648" y="101"/>
                  </a:lnTo>
                  <a:lnTo>
                    <a:pt x="648" y="151"/>
                  </a:lnTo>
                  <a:lnTo>
                    <a:pt x="635" y="151"/>
                  </a:lnTo>
                  <a:lnTo>
                    <a:pt x="635" y="231"/>
                  </a:lnTo>
                  <a:lnTo>
                    <a:pt x="635" y="232"/>
                  </a:lnTo>
                  <a:lnTo>
                    <a:pt x="730" y="232"/>
                  </a:lnTo>
                  <a:lnTo>
                    <a:pt x="730" y="521"/>
                  </a:lnTo>
                  <a:lnTo>
                    <a:pt x="730" y="576"/>
                  </a:lnTo>
                  <a:lnTo>
                    <a:pt x="730" y="631"/>
                  </a:lnTo>
                  <a:lnTo>
                    <a:pt x="730" y="741"/>
                  </a:lnTo>
                  <a:lnTo>
                    <a:pt x="730" y="741"/>
                  </a:lnTo>
                  <a:lnTo>
                    <a:pt x="747" y="741"/>
                  </a:lnTo>
                  <a:lnTo>
                    <a:pt x="747" y="741"/>
                  </a:lnTo>
                  <a:lnTo>
                    <a:pt x="766" y="741"/>
                  </a:lnTo>
                  <a:lnTo>
                    <a:pt x="787" y="743"/>
                  </a:lnTo>
                  <a:lnTo>
                    <a:pt x="807" y="748"/>
                  </a:lnTo>
                  <a:lnTo>
                    <a:pt x="825" y="754"/>
                  </a:lnTo>
                  <a:lnTo>
                    <a:pt x="825" y="145"/>
                  </a:lnTo>
                  <a:lnTo>
                    <a:pt x="685" y="145"/>
                  </a:lnTo>
                  <a:lnTo>
                    <a:pt x="684" y="145"/>
                  </a:lnTo>
                  <a:lnTo>
                    <a:pt x="684" y="80"/>
                  </a:lnTo>
                  <a:lnTo>
                    <a:pt x="543" y="80"/>
                  </a:lnTo>
                  <a:lnTo>
                    <a:pt x="543" y="77"/>
                  </a:lnTo>
                  <a:lnTo>
                    <a:pt x="543" y="77"/>
                  </a:lnTo>
                  <a:lnTo>
                    <a:pt x="543" y="69"/>
                  </a:lnTo>
                  <a:lnTo>
                    <a:pt x="540" y="61"/>
                  </a:lnTo>
                  <a:lnTo>
                    <a:pt x="538" y="55"/>
                  </a:lnTo>
                  <a:lnTo>
                    <a:pt x="533" y="47"/>
                  </a:lnTo>
                  <a:lnTo>
                    <a:pt x="527" y="40"/>
                  </a:lnTo>
                  <a:lnTo>
                    <a:pt x="521" y="34"/>
                  </a:lnTo>
                  <a:lnTo>
                    <a:pt x="513" y="29"/>
                  </a:lnTo>
                  <a:lnTo>
                    <a:pt x="505" y="22"/>
                  </a:lnTo>
                  <a:lnTo>
                    <a:pt x="496" y="18"/>
                  </a:lnTo>
                  <a:lnTo>
                    <a:pt x="486" y="13"/>
                  </a:lnTo>
                  <a:lnTo>
                    <a:pt x="475" y="9"/>
                  </a:lnTo>
                  <a:lnTo>
                    <a:pt x="463" y="7"/>
                  </a:lnTo>
                  <a:lnTo>
                    <a:pt x="452" y="4"/>
                  </a:lnTo>
                  <a:lnTo>
                    <a:pt x="439" y="1"/>
                  </a:lnTo>
                  <a:lnTo>
                    <a:pt x="426" y="0"/>
                  </a:lnTo>
                  <a:lnTo>
                    <a:pt x="413" y="0"/>
                  </a:lnTo>
                  <a:lnTo>
                    <a:pt x="413" y="0"/>
                  </a:lnTo>
                  <a:lnTo>
                    <a:pt x="399" y="0"/>
                  </a:lnTo>
                  <a:lnTo>
                    <a:pt x="386" y="1"/>
                  </a:lnTo>
                  <a:lnTo>
                    <a:pt x="375" y="4"/>
                  </a:lnTo>
                  <a:lnTo>
                    <a:pt x="362" y="7"/>
                  </a:lnTo>
                  <a:lnTo>
                    <a:pt x="351" y="9"/>
                  </a:lnTo>
                  <a:lnTo>
                    <a:pt x="339" y="13"/>
                  </a:lnTo>
                  <a:lnTo>
                    <a:pt x="330" y="18"/>
                  </a:lnTo>
                  <a:lnTo>
                    <a:pt x="321" y="22"/>
                  </a:lnTo>
                  <a:lnTo>
                    <a:pt x="312" y="29"/>
                  </a:lnTo>
                  <a:lnTo>
                    <a:pt x="305" y="34"/>
                  </a:lnTo>
                  <a:lnTo>
                    <a:pt x="299" y="40"/>
                  </a:lnTo>
                  <a:lnTo>
                    <a:pt x="292" y="47"/>
                  </a:lnTo>
                  <a:lnTo>
                    <a:pt x="288" y="55"/>
                  </a:lnTo>
                  <a:lnTo>
                    <a:pt x="286" y="61"/>
                  </a:lnTo>
                  <a:lnTo>
                    <a:pt x="283" y="69"/>
                  </a:lnTo>
                  <a:lnTo>
                    <a:pt x="282" y="77"/>
                  </a:lnTo>
                  <a:lnTo>
                    <a:pt x="282" y="80"/>
                  </a:lnTo>
                  <a:lnTo>
                    <a:pt x="142" y="80"/>
                  </a:lnTo>
                  <a:lnTo>
                    <a:pt x="142" y="145"/>
                  </a:lnTo>
                  <a:lnTo>
                    <a:pt x="0" y="145"/>
                  </a:lnTo>
                  <a:lnTo>
                    <a:pt x="0" y="1070"/>
                  </a:lnTo>
                  <a:lnTo>
                    <a:pt x="522" y="1070"/>
                  </a:lnTo>
                  <a:lnTo>
                    <a:pt x="522" y="1070"/>
                  </a:lnTo>
                  <a:lnTo>
                    <a:pt x="517" y="1055"/>
                  </a:lnTo>
                  <a:lnTo>
                    <a:pt x="513" y="1041"/>
                  </a:lnTo>
                  <a:lnTo>
                    <a:pt x="513" y="1041"/>
                  </a:lnTo>
                  <a:lnTo>
                    <a:pt x="509" y="1027"/>
                  </a:lnTo>
                  <a:lnTo>
                    <a:pt x="508" y="1012"/>
                  </a:lnTo>
                  <a:lnTo>
                    <a:pt x="505" y="996"/>
                  </a:lnTo>
                  <a:lnTo>
                    <a:pt x="505" y="981"/>
                  </a:lnTo>
                  <a:lnTo>
                    <a:pt x="505" y="9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1" name="Freeform 11484"/>
            <p:cNvSpPr/>
            <p:nvPr/>
          </p:nvSpPr>
          <p:spPr bwMode="auto">
            <a:xfrm>
              <a:off x="7327621" y="5219925"/>
              <a:ext cx="200962" cy="240546"/>
            </a:xfrm>
            <a:custGeom>
              <a:avLst/>
              <a:gdLst>
                <a:gd name="T0" fmla="*/ 530 w 530"/>
                <a:gd name="T1" fmla="*/ 458 h 633"/>
                <a:gd name="T2" fmla="*/ 530 w 530"/>
                <a:gd name="T3" fmla="*/ 286 h 633"/>
                <a:gd name="T4" fmla="*/ 530 w 530"/>
                <a:gd name="T5" fmla="*/ 231 h 633"/>
                <a:gd name="T6" fmla="*/ 530 w 530"/>
                <a:gd name="T7" fmla="*/ 0 h 633"/>
                <a:gd name="T8" fmla="*/ 0 w 530"/>
                <a:gd name="T9" fmla="*/ 0 h 633"/>
                <a:gd name="T10" fmla="*/ 0 w 530"/>
                <a:gd name="T11" fmla="*/ 396 h 633"/>
                <a:gd name="T12" fmla="*/ 231 w 530"/>
                <a:gd name="T13" fmla="*/ 396 h 633"/>
                <a:gd name="T14" fmla="*/ 231 w 530"/>
                <a:gd name="T15" fmla="*/ 633 h 633"/>
                <a:gd name="T16" fmla="*/ 359 w 530"/>
                <a:gd name="T17" fmla="*/ 633 h 633"/>
                <a:gd name="T18" fmla="*/ 359 w 530"/>
                <a:gd name="T19" fmla="*/ 633 h 633"/>
                <a:gd name="T20" fmla="*/ 364 w 530"/>
                <a:gd name="T21" fmla="*/ 618 h 633"/>
                <a:gd name="T22" fmla="*/ 369 w 530"/>
                <a:gd name="T23" fmla="*/ 602 h 633"/>
                <a:gd name="T24" fmla="*/ 376 w 530"/>
                <a:gd name="T25" fmla="*/ 588 h 633"/>
                <a:gd name="T26" fmla="*/ 382 w 530"/>
                <a:gd name="T27" fmla="*/ 573 h 633"/>
                <a:gd name="T28" fmla="*/ 391 w 530"/>
                <a:gd name="T29" fmla="*/ 560 h 633"/>
                <a:gd name="T30" fmla="*/ 401 w 530"/>
                <a:gd name="T31" fmla="*/ 547 h 633"/>
                <a:gd name="T32" fmla="*/ 410 w 530"/>
                <a:gd name="T33" fmla="*/ 534 h 633"/>
                <a:gd name="T34" fmla="*/ 421 w 530"/>
                <a:gd name="T35" fmla="*/ 522 h 633"/>
                <a:gd name="T36" fmla="*/ 432 w 530"/>
                <a:gd name="T37" fmla="*/ 512 h 633"/>
                <a:gd name="T38" fmla="*/ 445 w 530"/>
                <a:gd name="T39" fmla="*/ 501 h 633"/>
                <a:gd name="T40" fmla="*/ 458 w 530"/>
                <a:gd name="T41" fmla="*/ 492 h 633"/>
                <a:gd name="T42" fmla="*/ 471 w 530"/>
                <a:gd name="T43" fmla="*/ 483 h 633"/>
                <a:gd name="T44" fmla="*/ 485 w 530"/>
                <a:gd name="T45" fmla="*/ 475 h 633"/>
                <a:gd name="T46" fmla="*/ 500 w 530"/>
                <a:gd name="T47" fmla="*/ 469 h 633"/>
                <a:gd name="T48" fmla="*/ 514 w 530"/>
                <a:gd name="T49" fmla="*/ 464 h 633"/>
                <a:gd name="T50" fmla="*/ 530 w 530"/>
                <a:gd name="T51" fmla="*/ 458 h 633"/>
                <a:gd name="T52" fmla="*/ 530 w 530"/>
                <a:gd name="T53" fmla="*/ 458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0" h="633">
                  <a:moveTo>
                    <a:pt x="530" y="458"/>
                  </a:moveTo>
                  <a:lnTo>
                    <a:pt x="530" y="286"/>
                  </a:lnTo>
                  <a:lnTo>
                    <a:pt x="530" y="231"/>
                  </a:lnTo>
                  <a:lnTo>
                    <a:pt x="530" y="0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231" y="396"/>
                  </a:lnTo>
                  <a:lnTo>
                    <a:pt x="231" y="633"/>
                  </a:lnTo>
                  <a:lnTo>
                    <a:pt x="359" y="633"/>
                  </a:lnTo>
                  <a:lnTo>
                    <a:pt x="359" y="633"/>
                  </a:lnTo>
                  <a:lnTo>
                    <a:pt x="364" y="618"/>
                  </a:lnTo>
                  <a:lnTo>
                    <a:pt x="369" y="602"/>
                  </a:lnTo>
                  <a:lnTo>
                    <a:pt x="376" y="588"/>
                  </a:lnTo>
                  <a:lnTo>
                    <a:pt x="382" y="573"/>
                  </a:lnTo>
                  <a:lnTo>
                    <a:pt x="391" y="560"/>
                  </a:lnTo>
                  <a:lnTo>
                    <a:pt x="401" y="547"/>
                  </a:lnTo>
                  <a:lnTo>
                    <a:pt x="410" y="534"/>
                  </a:lnTo>
                  <a:lnTo>
                    <a:pt x="421" y="522"/>
                  </a:lnTo>
                  <a:lnTo>
                    <a:pt x="432" y="512"/>
                  </a:lnTo>
                  <a:lnTo>
                    <a:pt x="445" y="501"/>
                  </a:lnTo>
                  <a:lnTo>
                    <a:pt x="458" y="492"/>
                  </a:lnTo>
                  <a:lnTo>
                    <a:pt x="471" y="483"/>
                  </a:lnTo>
                  <a:lnTo>
                    <a:pt x="485" y="475"/>
                  </a:lnTo>
                  <a:lnTo>
                    <a:pt x="500" y="469"/>
                  </a:lnTo>
                  <a:lnTo>
                    <a:pt x="514" y="464"/>
                  </a:lnTo>
                  <a:lnTo>
                    <a:pt x="530" y="458"/>
                  </a:lnTo>
                  <a:lnTo>
                    <a:pt x="530" y="4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42" name="Group 86"/>
          <p:cNvGrpSpPr/>
          <p:nvPr/>
        </p:nvGrpSpPr>
        <p:grpSpPr>
          <a:xfrm>
            <a:off x="7236485" y="1698542"/>
            <a:ext cx="458697" cy="501067"/>
            <a:chOff x="1886078" y="2616151"/>
            <a:chExt cx="379088" cy="414105"/>
          </a:xfrm>
          <a:solidFill>
            <a:srgbClr val="2B7D6B"/>
          </a:solidFill>
        </p:grpSpPr>
        <p:sp>
          <p:nvSpPr>
            <p:cNvPr id="43" name="Freeform 11008"/>
            <p:cNvSpPr>
              <a:spLocks noEditPoints="1"/>
            </p:cNvSpPr>
            <p:nvPr/>
          </p:nvSpPr>
          <p:spPr bwMode="auto">
            <a:xfrm>
              <a:off x="1886078" y="2807979"/>
              <a:ext cx="187260" cy="190305"/>
            </a:xfrm>
            <a:custGeom>
              <a:avLst/>
              <a:gdLst>
                <a:gd name="T0" fmla="*/ 477 w 494"/>
                <a:gd name="T1" fmla="*/ 148 h 498"/>
                <a:gd name="T2" fmla="*/ 429 w 494"/>
                <a:gd name="T3" fmla="*/ 142 h 498"/>
                <a:gd name="T4" fmla="*/ 408 w 494"/>
                <a:gd name="T5" fmla="*/ 114 h 498"/>
                <a:gd name="T6" fmla="*/ 413 w 494"/>
                <a:gd name="T7" fmla="*/ 75 h 498"/>
                <a:gd name="T8" fmla="*/ 387 w 494"/>
                <a:gd name="T9" fmla="*/ 41 h 498"/>
                <a:gd name="T10" fmla="*/ 354 w 494"/>
                <a:gd name="T11" fmla="*/ 52 h 498"/>
                <a:gd name="T12" fmla="*/ 314 w 494"/>
                <a:gd name="T13" fmla="*/ 54 h 498"/>
                <a:gd name="T14" fmla="*/ 282 w 494"/>
                <a:gd name="T15" fmla="*/ 27 h 498"/>
                <a:gd name="T16" fmla="*/ 216 w 494"/>
                <a:gd name="T17" fmla="*/ 0 h 498"/>
                <a:gd name="T18" fmla="*/ 207 w 494"/>
                <a:gd name="T19" fmla="*/ 35 h 498"/>
                <a:gd name="T20" fmla="*/ 173 w 494"/>
                <a:gd name="T21" fmla="*/ 56 h 498"/>
                <a:gd name="T22" fmla="*/ 131 w 494"/>
                <a:gd name="T23" fmla="*/ 47 h 498"/>
                <a:gd name="T24" fmla="*/ 93 w 494"/>
                <a:gd name="T25" fmla="*/ 50 h 498"/>
                <a:gd name="T26" fmla="*/ 77 w 494"/>
                <a:gd name="T27" fmla="*/ 72 h 498"/>
                <a:gd name="T28" fmla="*/ 89 w 494"/>
                <a:gd name="T29" fmla="*/ 107 h 498"/>
                <a:gd name="T30" fmla="*/ 72 w 494"/>
                <a:gd name="T31" fmla="*/ 140 h 498"/>
                <a:gd name="T32" fmla="*/ 29 w 494"/>
                <a:gd name="T33" fmla="*/ 149 h 498"/>
                <a:gd name="T34" fmla="*/ 0 w 494"/>
                <a:gd name="T35" fmla="*/ 201 h 498"/>
                <a:gd name="T36" fmla="*/ 33 w 494"/>
                <a:gd name="T37" fmla="*/ 225 h 498"/>
                <a:gd name="T38" fmla="*/ 37 w 494"/>
                <a:gd name="T39" fmla="*/ 264 h 498"/>
                <a:gd name="T40" fmla="*/ 9 w 494"/>
                <a:gd name="T41" fmla="*/ 294 h 498"/>
                <a:gd name="T42" fmla="*/ 19 w 494"/>
                <a:gd name="T43" fmla="*/ 350 h 498"/>
                <a:gd name="T44" fmla="*/ 66 w 494"/>
                <a:gd name="T45" fmla="*/ 354 h 498"/>
                <a:gd name="T46" fmla="*/ 88 w 494"/>
                <a:gd name="T47" fmla="*/ 384 h 498"/>
                <a:gd name="T48" fmla="*/ 81 w 494"/>
                <a:gd name="T49" fmla="*/ 423 h 498"/>
                <a:gd name="T50" fmla="*/ 107 w 494"/>
                <a:gd name="T51" fmla="*/ 457 h 498"/>
                <a:gd name="T52" fmla="*/ 141 w 494"/>
                <a:gd name="T53" fmla="*/ 445 h 498"/>
                <a:gd name="T54" fmla="*/ 182 w 494"/>
                <a:gd name="T55" fmla="*/ 443 h 498"/>
                <a:gd name="T56" fmla="*/ 212 w 494"/>
                <a:gd name="T57" fmla="*/ 470 h 498"/>
                <a:gd name="T58" fmla="*/ 278 w 494"/>
                <a:gd name="T59" fmla="*/ 498 h 498"/>
                <a:gd name="T60" fmla="*/ 288 w 494"/>
                <a:gd name="T61" fmla="*/ 461 h 498"/>
                <a:gd name="T62" fmla="*/ 323 w 494"/>
                <a:gd name="T63" fmla="*/ 442 h 498"/>
                <a:gd name="T64" fmla="*/ 365 w 494"/>
                <a:gd name="T65" fmla="*/ 451 h 498"/>
                <a:gd name="T66" fmla="*/ 402 w 494"/>
                <a:gd name="T67" fmla="*/ 448 h 498"/>
                <a:gd name="T68" fmla="*/ 418 w 494"/>
                <a:gd name="T69" fmla="*/ 426 h 498"/>
                <a:gd name="T70" fmla="*/ 406 w 494"/>
                <a:gd name="T71" fmla="*/ 389 h 498"/>
                <a:gd name="T72" fmla="*/ 423 w 494"/>
                <a:gd name="T73" fmla="*/ 358 h 498"/>
                <a:gd name="T74" fmla="*/ 465 w 494"/>
                <a:gd name="T75" fmla="*/ 347 h 498"/>
                <a:gd name="T76" fmla="*/ 494 w 494"/>
                <a:gd name="T77" fmla="*/ 295 h 498"/>
                <a:gd name="T78" fmla="*/ 460 w 494"/>
                <a:gd name="T79" fmla="*/ 270 h 498"/>
                <a:gd name="T80" fmla="*/ 457 w 494"/>
                <a:gd name="T81" fmla="*/ 234 h 498"/>
                <a:gd name="T82" fmla="*/ 485 w 494"/>
                <a:gd name="T83" fmla="*/ 205 h 498"/>
                <a:gd name="T84" fmla="*/ 238 w 494"/>
                <a:gd name="T85" fmla="*/ 342 h 498"/>
                <a:gd name="T86" fmla="*/ 195 w 494"/>
                <a:gd name="T87" fmla="*/ 327 h 498"/>
                <a:gd name="T88" fmla="*/ 165 w 494"/>
                <a:gd name="T89" fmla="*/ 293 h 498"/>
                <a:gd name="T90" fmla="*/ 154 w 494"/>
                <a:gd name="T91" fmla="*/ 248 h 498"/>
                <a:gd name="T92" fmla="*/ 161 w 494"/>
                <a:gd name="T93" fmla="*/ 212 h 498"/>
                <a:gd name="T94" fmla="*/ 188 w 494"/>
                <a:gd name="T95" fmla="*/ 176 h 498"/>
                <a:gd name="T96" fmla="*/ 229 w 494"/>
                <a:gd name="T97" fmla="*/ 157 h 498"/>
                <a:gd name="T98" fmla="*/ 267 w 494"/>
                <a:gd name="T99" fmla="*/ 157 h 498"/>
                <a:gd name="T100" fmla="*/ 307 w 494"/>
                <a:gd name="T101" fmla="*/ 176 h 498"/>
                <a:gd name="T102" fmla="*/ 333 w 494"/>
                <a:gd name="T103" fmla="*/ 212 h 498"/>
                <a:gd name="T104" fmla="*/ 341 w 494"/>
                <a:gd name="T105" fmla="*/ 248 h 498"/>
                <a:gd name="T106" fmla="*/ 329 w 494"/>
                <a:gd name="T107" fmla="*/ 293 h 498"/>
                <a:gd name="T108" fmla="*/ 299 w 494"/>
                <a:gd name="T109" fmla="*/ 327 h 498"/>
                <a:gd name="T110" fmla="*/ 258 w 494"/>
                <a:gd name="T111" fmla="*/ 342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4" h="498">
                  <a:moveTo>
                    <a:pt x="494" y="201"/>
                  </a:moveTo>
                  <a:lnTo>
                    <a:pt x="494" y="201"/>
                  </a:lnTo>
                  <a:lnTo>
                    <a:pt x="486" y="174"/>
                  </a:lnTo>
                  <a:lnTo>
                    <a:pt x="477" y="148"/>
                  </a:lnTo>
                  <a:lnTo>
                    <a:pt x="477" y="148"/>
                  </a:lnTo>
                  <a:lnTo>
                    <a:pt x="465" y="149"/>
                  </a:lnTo>
                  <a:lnTo>
                    <a:pt x="455" y="150"/>
                  </a:lnTo>
                  <a:lnTo>
                    <a:pt x="444" y="149"/>
                  </a:lnTo>
                  <a:lnTo>
                    <a:pt x="436" y="146"/>
                  </a:lnTo>
                  <a:lnTo>
                    <a:pt x="429" y="142"/>
                  </a:lnTo>
                  <a:lnTo>
                    <a:pt x="422" y="139"/>
                  </a:lnTo>
                  <a:lnTo>
                    <a:pt x="417" y="133"/>
                  </a:lnTo>
                  <a:lnTo>
                    <a:pt x="413" y="127"/>
                  </a:lnTo>
                  <a:lnTo>
                    <a:pt x="409" y="120"/>
                  </a:lnTo>
                  <a:lnTo>
                    <a:pt x="408" y="114"/>
                  </a:lnTo>
                  <a:lnTo>
                    <a:pt x="406" y="106"/>
                  </a:lnTo>
                  <a:lnTo>
                    <a:pt x="406" y="98"/>
                  </a:lnTo>
                  <a:lnTo>
                    <a:pt x="408" y="90"/>
                  </a:lnTo>
                  <a:lnTo>
                    <a:pt x="410" y="82"/>
                  </a:lnTo>
                  <a:lnTo>
                    <a:pt x="413" y="75"/>
                  </a:lnTo>
                  <a:lnTo>
                    <a:pt x="418" y="67"/>
                  </a:lnTo>
                  <a:lnTo>
                    <a:pt x="418" y="67"/>
                  </a:lnTo>
                  <a:lnTo>
                    <a:pt x="409" y="56"/>
                  </a:lnTo>
                  <a:lnTo>
                    <a:pt x="400" y="47"/>
                  </a:lnTo>
                  <a:lnTo>
                    <a:pt x="387" y="41"/>
                  </a:lnTo>
                  <a:lnTo>
                    <a:pt x="372" y="35"/>
                  </a:lnTo>
                  <a:lnTo>
                    <a:pt x="372" y="35"/>
                  </a:lnTo>
                  <a:lnTo>
                    <a:pt x="367" y="42"/>
                  </a:lnTo>
                  <a:lnTo>
                    <a:pt x="361" y="48"/>
                  </a:lnTo>
                  <a:lnTo>
                    <a:pt x="354" y="52"/>
                  </a:lnTo>
                  <a:lnTo>
                    <a:pt x="346" y="55"/>
                  </a:lnTo>
                  <a:lnTo>
                    <a:pt x="338" y="56"/>
                  </a:lnTo>
                  <a:lnTo>
                    <a:pt x="329" y="58"/>
                  </a:lnTo>
                  <a:lnTo>
                    <a:pt x="321" y="56"/>
                  </a:lnTo>
                  <a:lnTo>
                    <a:pt x="314" y="54"/>
                  </a:lnTo>
                  <a:lnTo>
                    <a:pt x="306" y="51"/>
                  </a:lnTo>
                  <a:lnTo>
                    <a:pt x="298" y="47"/>
                  </a:lnTo>
                  <a:lnTo>
                    <a:pt x="293" y="41"/>
                  </a:lnTo>
                  <a:lnTo>
                    <a:pt x="288" y="35"/>
                  </a:lnTo>
                  <a:lnTo>
                    <a:pt x="282" y="27"/>
                  </a:lnTo>
                  <a:lnTo>
                    <a:pt x="280" y="18"/>
                  </a:lnTo>
                  <a:lnTo>
                    <a:pt x="278" y="9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11"/>
                  </a:lnTo>
                  <a:lnTo>
                    <a:pt x="214" y="20"/>
                  </a:lnTo>
                  <a:lnTo>
                    <a:pt x="212" y="29"/>
                  </a:lnTo>
                  <a:lnTo>
                    <a:pt x="207" y="35"/>
                  </a:lnTo>
                  <a:lnTo>
                    <a:pt x="201" y="42"/>
                  </a:lnTo>
                  <a:lnTo>
                    <a:pt x="195" y="47"/>
                  </a:lnTo>
                  <a:lnTo>
                    <a:pt x="188" y="51"/>
                  </a:lnTo>
                  <a:lnTo>
                    <a:pt x="180" y="54"/>
                  </a:lnTo>
                  <a:lnTo>
                    <a:pt x="173" y="56"/>
                  </a:lnTo>
                  <a:lnTo>
                    <a:pt x="163" y="56"/>
                  </a:lnTo>
                  <a:lnTo>
                    <a:pt x="154" y="56"/>
                  </a:lnTo>
                  <a:lnTo>
                    <a:pt x="147" y="54"/>
                  </a:lnTo>
                  <a:lnTo>
                    <a:pt x="139" y="51"/>
                  </a:lnTo>
                  <a:lnTo>
                    <a:pt x="131" y="47"/>
                  </a:lnTo>
                  <a:lnTo>
                    <a:pt x="123" y="42"/>
                  </a:lnTo>
                  <a:lnTo>
                    <a:pt x="118" y="35"/>
                  </a:lnTo>
                  <a:lnTo>
                    <a:pt x="118" y="35"/>
                  </a:lnTo>
                  <a:lnTo>
                    <a:pt x="105" y="42"/>
                  </a:lnTo>
                  <a:lnTo>
                    <a:pt x="93" y="50"/>
                  </a:lnTo>
                  <a:lnTo>
                    <a:pt x="88" y="54"/>
                  </a:lnTo>
                  <a:lnTo>
                    <a:pt x="83" y="58"/>
                  </a:lnTo>
                  <a:lnTo>
                    <a:pt x="79" y="64"/>
                  </a:lnTo>
                  <a:lnTo>
                    <a:pt x="77" y="72"/>
                  </a:lnTo>
                  <a:lnTo>
                    <a:pt x="77" y="72"/>
                  </a:lnTo>
                  <a:lnTo>
                    <a:pt x="81" y="78"/>
                  </a:lnTo>
                  <a:lnTo>
                    <a:pt x="85" y="85"/>
                  </a:lnTo>
                  <a:lnTo>
                    <a:pt x="88" y="93"/>
                  </a:lnTo>
                  <a:lnTo>
                    <a:pt x="89" y="101"/>
                  </a:lnTo>
                  <a:lnTo>
                    <a:pt x="89" y="107"/>
                  </a:lnTo>
                  <a:lnTo>
                    <a:pt x="88" y="115"/>
                  </a:lnTo>
                  <a:lnTo>
                    <a:pt x="85" y="122"/>
                  </a:lnTo>
                  <a:lnTo>
                    <a:pt x="81" y="128"/>
                  </a:lnTo>
                  <a:lnTo>
                    <a:pt x="77" y="135"/>
                  </a:lnTo>
                  <a:lnTo>
                    <a:pt x="72" y="140"/>
                  </a:lnTo>
                  <a:lnTo>
                    <a:pt x="66" y="144"/>
                  </a:lnTo>
                  <a:lnTo>
                    <a:pt x="58" y="146"/>
                  </a:lnTo>
                  <a:lnTo>
                    <a:pt x="49" y="149"/>
                  </a:lnTo>
                  <a:lnTo>
                    <a:pt x="39" y="150"/>
                  </a:lnTo>
                  <a:lnTo>
                    <a:pt x="29" y="149"/>
                  </a:lnTo>
                  <a:lnTo>
                    <a:pt x="19" y="148"/>
                  </a:lnTo>
                  <a:lnTo>
                    <a:pt x="19" y="148"/>
                  </a:lnTo>
                  <a:lnTo>
                    <a:pt x="9" y="174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9" y="204"/>
                  </a:lnTo>
                  <a:lnTo>
                    <a:pt x="17" y="208"/>
                  </a:lnTo>
                  <a:lnTo>
                    <a:pt x="24" y="213"/>
                  </a:lnTo>
                  <a:lnTo>
                    <a:pt x="29" y="218"/>
                  </a:lnTo>
                  <a:lnTo>
                    <a:pt x="33" y="225"/>
                  </a:lnTo>
                  <a:lnTo>
                    <a:pt x="37" y="233"/>
                  </a:lnTo>
                  <a:lnTo>
                    <a:pt x="38" y="240"/>
                  </a:lnTo>
                  <a:lnTo>
                    <a:pt x="39" y="248"/>
                  </a:lnTo>
                  <a:lnTo>
                    <a:pt x="38" y="256"/>
                  </a:lnTo>
                  <a:lnTo>
                    <a:pt x="37" y="264"/>
                  </a:lnTo>
                  <a:lnTo>
                    <a:pt x="33" y="272"/>
                  </a:lnTo>
                  <a:lnTo>
                    <a:pt x="29" y="278"/>
                  </a:lnTo>
                  <a:lnTo>
                    <a:pt x="24" y="285"/>
                  </a:lnTo>
                  <a:lnTo>
                    <a:pt x="17" y="290"/>
                  </a:lnTo>
                  <a:lnTo>
                    <a:pt x="9" y="294"/>
                  </a:lnTo>
                  <a:lnTo>
                    <a:pt x="0" y="295"/>
                  </a:lnTo>
                  <a:lnTo>
                    <a:pt x="0" y="295"/>
                  </a:lnTo>
                  <a:lnTo>
                    <a:pt x="9" y="324"/>
                  </a:lnTo>
                  <a:lnTo>
                    <a:pt x="19" y="350"/>
                  </a:lnTo>
                  <a:lnTo>
                    <a:pt x="19" y="350"/>
                  </a:lnTo>
                  <a:lnTo>
                    <a:pt x="30" y="347"/>
                  </a:lnTo>
                  <a:lnTo>
                    <a:pt x="41" y="347"/>
                  </a:lnTo>
                  <a:lnTo>
                    <a:pt x="50" y="349"/>
                  </a:lnTo>
                  <a:lnTo>
                    <a:pt x="59" y="351"/>
                  </a:lnTo>
                  <a:lnTo>
                    <a:pt x="66" y="354"/>
                  </a:lnTo>
                  <a:lnTo>
                    <a:pt x="72" y="359"/>
                  </a:lnTo>
                  <a:lnTo>
                    <a:pt x="77" y="364"/>
                  </a:lnTo>
                  <a:lnTo>
                    <a:pt x="83" y="370"/>
                  </a:lnTo>
                  <a:lnTo>
                    <a:pt x="85" y="376"/>
                  </a:lnTo>
                  <a:lnTo>
                    <a:pt x="88" y="384"/>
                  </a:lnTo>
                  <a:lnTo>
                    <a:pt x="88" y="392"/>
                  </a:lnTo>
                  <a:lnTo>
                    <a:pt x="88" y="400"/>
                  </a:lnTo>
                  <a:lnTo>
                    <a:pt x="86" y="408"/>
                  </a:lnTo>
                  <a:lnTo>
                    <a:pt x="85" y="415"/>
                  </a:lnTo>
                  <a:lnTo>
                    <a:pt x="81" y="423"/>
                  </a:lnTo>
                  <a:lnTo>
                    <a:pt x="77" y="431"/>
                  </a:lnTo>
                  <a:lnTo>
                    <a:pt x="77" y="431"/>
                  </a:lnTo>
                  <a:lnTo>
                    <a:pt x="85" y="442"/>
                  </a:lnTo>
                  <a:lnTo>
                    <a:pt x="96" y="449"/>
                  </a:lnTo>
                  <a:lnTo>
                    <a:pt x="107" y="457"/>
                  </a:lnTo>
                  <a:lnTo>
                    <a:pt x="122" y="461"/>
                  </a:lnTo>
                  <a:lnTo>
                    <a:pt x="122" y="461"/>
                  </a:lnTo>
                  <a:lnTo>
                    <a:pt x="127" y="455"/>
                  </a:lnTo>
                  <a:lnTo>
                    <a:pt x="133" y="449"/>
                  </a:lnTo>
                  <a:lnTo>
                    <a:pt x="141" y="445"/>
                  </a:lnTo>
                  <a:lnTo>
                    <a:pt x="149" y="442"/>
                  </a:lnTo>
                  <a:lnTo>
                    <a:pt x="157" y="440"/>
                  </a:lnTo>
                  <a:lnTo>
                    <a:pt x="165" y="440"/>
                  </a:lnTo>
                  <a:lnTo>
                    <a:pt x="174" y="442"/>
                  </a:lnTo>
                  <a:lnTo>
                    <a:pt x="182" y="443"/>
                  </a:lnTo>
                  <a:lnTo>
                    <a:pt x="190" y="447"/>
                  </a:lnTo>
                  <a:lnTo>
                    <a:pt x="196" y="451"/>
                  </a:lnTo>
                  <a:lnTo>
                    <a:pt x="203" y="456"/>
                  </a:lnTo>
                  <a:lnTo>
                    <a:pt x="208" y="462"/>
                  </a:lnTo>
                  <a:lnTo>
                    <a:pt x="212" y="470"/>
                  </a:lnTo>
                  <a:lnTo>
                    <a:pt x="214" y="478"/>
                  </a:lnTo>
                  <a:lnTo>
                    <a:pt x="216" y="487"/>
                  </a:lnTo>
                  <a:lnTo>
                    <a:pt x="216" y="498"/>
                  </a:lnTo>
                  <a:lnTo>
                    <a:pt x="216" y="498"/>
                  </a:lnTo>
                  <a:lnTo>
                    <a:pt x="278" y="498"/>
                  </a:lnTo>
                  <a:lnTo>
                    <a:pt x="278" y="498"/>
                  </a:lnTo>
                  <a:lnTo>
                    <a:pt x="278" y="487"/>
                  </a:lnTo>
                  <a:lnTo>
                    <a:pt x="280" y="477"/>
                  </a:lnTo>
                  <a:lnTo>
                    <a:pt x="284" y="469"/>
                  </a:lnTo>
                  <a:lnTo>
                    <a:pt x="288" y="461"/>
                  </a:lnTo>
                  <a:lnTo>
                    <a:pt x="293" y="455"/>
                  </a:lnTo>
                  <a:lnTo>
                    <a:pt x="299" y="449"/>
                  </a:lnTo>
                  <a:lnTo>
                    <a:pt x="307" y="445"/>
                  </a:lnTo>
                  <a:lnTo>
                    <a:pt x="315" y="443"/>
                  </a:lnTo>
                  <a:lnTo>
                    <a:pt x="323" y="442"/>
                  </a:lnTo>
                  <a:lnTo>
                    <a:pt x="331" y="440"/>
                  </a:lnTo>
                  <a:lnTo>
                    <a:pt x="340" y="442"/>
                  </a:lnTo>
                  <a:lnTo>
                    <a:pt x="349" y="443"/>
                  </a:lnTo>
                  <a:lnTo>
                    <a:pt x="357" y="445"/>
                  </a:lnTo>
                  <a:lnTo>
                    <a:pt x="365" y="451"/>
                  </a:lnTo>
                  <a:lnTo>
                    <a:pt x="371" y="456"/>
                  </a:lnTo>
                  <a:lnTo>
                    <a:pt x="378" y="461"/>
                  </a:lnTo>
                  <a:lnTo>
                    <a:pt x="378" y="461"/>
                  </a:lnTo>
                  <a:lnTo>
                    <a:pt x="389" y="455"/>
                  </a:lnTo>
                  <a:lnTo>
                    <a:pt x="402" y="448"/>
                  </a:lnTo>
                  <a:lnTo>
                    <a:pt x="408" y="444"/>
                  </a:lnTo>
                  <a:lnTo>
                    <a:pt x="412" y="439"/>
                  </a:lnTo>
                  <a:lnTo>
                    <a:pt x="416" y="434"/>
                  </a:lnTo>
                  <a:lnTo>
                    <a:pt x="418" y="426"/>
                  </a:lnTo>
                  <a:lnTo>
                    <a:pt x="418" y="426"/>
                  </a:lnTo>
                  <a:lnTo>
                    <a:pt x="413" y="419"/>
                  </a:lnTo>
                  <a:lnTo>
                    <a:pt x="409" y="411"/>
                  </a:lnTo>
                  <a:lnTo>
                    <a:pt x="408" y="405"/>
                  </a:lnTo>
                  <a:lnTo>
                    <a:pt x="406" y="397"/>
                  </a:lnTo>
                  <a:lnTo>
                    <a:pt x="406" y="389"/>
                  </a:lnTo>
                  <a:lnTo>
                    <a:pt x="408" y="383"/>
                  </a:lnTo>
                  <a:lnTo>
                    <a:pt x="410" y="375"/>
                  </a:lnTo>
                  <a:lnTo>
                    <a:pt x="413" y="368"/>
                  </a:lnTo>
                  <a:lnTo>
                    <a:pt x="418" y="363"/>
                  </a:lnTo>
                  <a:lnTo>
                    <a:pt x="423" y="358"/>
                  </a:lnTo>
                  <a:lnTo>
                    <a:pt x="430" y="354"/>
                  </a:lnTo>
                  <a:lnTo>
                    <a:pt x="438" y="350"/>
                  </a:lnTo>
                  <a:lnTo>
                    <a:pt x="446" y="349"/>
                  </a:lnTo>
                  <a:lnTo>
                    <a:pt x="455" y="347"/>
                  </a:lnTo>
                  <a:lnTo>
                    <a:pt x="465" y="347"/>
                  </a:lnTo>
                  <a:lnTo>
                    <a:pt x="477" y="350"/>
                  </a:lnTo>
                  <a:lnTo>
                    <a:pt x="477" y="350"/>
                  </a:lnTo>
                  <a:lnTo>
                    <a:pt x="486" y="324"/>
                  </a:lnTo>
                  <a:lnTo>
                    <a:pt x="494" y="295"/>
                  </a:lnTo>
                  <a:lnTo>
                    <a:pt x="494" y="295"/>
                  </a:lnTo>
                  <a:lnTo>
                    <a:pt x="485" y="293"/>
                  </a:lnTo>
                  <a:lnTo>
                    <a:pt x="477" y="289"/>
                  </a:lnTo>
                  <a:lnTo>
                    <a:pt x="470" y="283"/>
                  </a:lnTo>
                  <a:lnTo>
                    <a:pt x="464" y="277"/>
                  </a:lnTo>
                  <a:lnTo>
                    <a:pt x="460" y="270"/>
                  </a:lnTo>
                  <a:lnTo>
                    <a:pt x="457" y="264"/>
                  </a:lnTo>
                  <a:lnTo>
                    <a:pt x="455" y="256"/>
                  </a:lnTo>
                  <a:lnTo>
                    <a:pt x="455" y="248"/>
                  </a:lnTo>
                  <a:lnTo>
                    <a:pt x="455" y="240"/>
                  </a:lnTo>
                  <a:lnTo>
                    <a:pt x="457" y="234"/>
                  </a:lnTo>
                  <a:lnTo>
                    <a:pt x="460" y="226"/>
                  </a:lnTo>
                  <a:lnTo>
                    <a:pt x="464" y="219"/>
                  </a:lnTo>
                  <a:lnTo>
                    <a:pt x="470" y="214"/>
                  </a:lnTo>
                  <a:lnTo>
                    <a:pt x="477" y="209"/>
                  </a:lnTo>
                  <a:lnTo>
                    <a:pt x="485" y="205"/>
                  </a:lnTo>
                  <a:lnTo>
                    <a:pt x="494" y="201"/>
                  </a:lnTo>
                  <a:lnTo>
                    <a:pt x="494" y="201"/>
                  </a:lnTo>
                  <a:close/>
                  <a:moveTo>
                    <a:pt x="247" y="342"/>
                  </a:moveTo>
                  <a:lnTo>
                    <a:pt x="247" y="342"/>
                  </a:lnTo>
                  <a:lnTo>
                    <a:pt x="238" y="342"/>
                  </a:lnTo>
                  <a:lnTo>
                    <a:pt x="229" y="340"/>
                  </a:lnTo>
                  <a:lnTo>
                    <a:pt x="220" y="338"/>
                  </a:lnTo>
                  <a:lnTo>
                    <a:pt x="210" y="334"/>
                  </a:lnTo>
                  <a:lnTo>
                    <a:pt x="203" y="330"/>
                  </a:lnTo>
                  <a:lnTo>
                    <a:pt x="195" y="327"/>
                  </a:lnTo>
                  <a:lnTo>
                    <a:pt x="188" y="321"/>
                  </a:lnTo>
                  <a:lnTo>
                    <a:pt x="182" y="315"/>
                  </a:lnTo>
                  <a:lnTo>
                    <a:pt x="175" y="308"/>
                  </a:lnTo>
                  <a:lnTo>
                    <a:pt x="170" y="300"/>
                  </a:lnTo>
                  <a:lnTo>
                    <a:pt x="165" y="293"/>
                  </a:lnTo>
                  <a:lnTo>
                    <a:pt x="161" y="285"/>
                  </a:lnTo>
                  <a:lnTo>
                    <a:pt x="158" y="277"/>
                  </a:lnTo>
                  <a:lnTo>
                    <a:pt x="156" y="268"/>
                  </a:lnTo>
                  <a:lnTo>
                    <a:pt x="154" y="259"/>
                  </a:lnTo>
                  <a:lnTo>
                    <a:pt x="154" y="248"/>
                  </a:lnTo>
                  <a:lnTo>
                    <a:pt x="154" y="248"/>
                  </a:lnTo>
                  <a:lnTo>
                    <a:pt x="154" y="239"/>
                  </a:lnTo>
                  <a:lnTo>
                    <a:pt x="156" y="230"/>
                  </a:lnTo>
                  <a:lnTo>
                    <a:pt x="158" y="221"/>
                  </a:lnTo>
                  <a:lnTo>
                    <a:pt x="161" y="212"/>
                  </a:lnTo>
                  <a:lnTo>
                    <a:pt x="165" y="204"/>
                  </a:lnTo>
                  <a:lnTo>
                    <a:pt x="170" y="196"/>
                  </a:lnTo>
                  <a:lnTo>
                    <a:pt x="175" y="189"/>
                  </a:lnTo>
                  <a:lnTo>
                    <a:pt x="182" y="183"/>
                  </a:lnTo>
                  <a:lnTo>
                    <a:pt x="188" y="176"/>
                  </a:lnTo>
                  <a:lnTo>
                    <a:pt x="195" y="171"/>
                  </a:lnTo>
                  <a:lnTo>
                    <a:pt x="203" y="166"/>
                  </a:lnTo>
                  <a:lnTo>
                    <a:pt x="210" y="162"/>
                  </a:lnTo>
                  <a:lnTo>
                    <a:pt x="220" y="159"/>
                  </a:lnTo>
                  <a:lnTo>
                    <a:pt x="229" y="157"/>
                  </a:lnTo>
                  <a:lnTo>
                    <a:pt x="238" y="155"/>
                  </a:lnTo>
                  <a:lnTo>
                    <a:pt x="247" y="155"/>
                  </a:lnTo>
                  <a:lnTo>
                    <a:pt x="247" y="155"/>
                  </a:lnTo>
                  <a:lnTo>
                    <a:pt x="258" y="155"/>
                  </a:lnTo>
                  <a:lnTo>
                    <a:pt x="267" y="157"/>
                  </a:lnTo>
                  <a:lnTo>
                    <a:pt x="276" y="159"/>
                  </a:lnTo>
                  <a:lnTo>
                    <a:pt x="284" y="162"/>
                  </a:lnTo>
                  <a:lnTo>
                    <a:pt x="291" y="166"/>
                  </a:lnTo>
                  <a:lnTo>
                    <a:pt x="299" y="171"/>
                  </a:lnTo>
                  <a:lnTo>
                    <a:pt x="307" y="176"/>
                  </a:lnTo>
                  <a:lnTo>
                    <a:pt x="314" y="183"/>
                  </a:lnTo>
                  <a:lnTo>
                    <a:pt x="320" y="189"/>
                  </a:lnTo>
                  <a:lnTo>
                    <a:pt x="325" y="196"/>
                  </a:lnTo>
                  <a:lnTo>
                    <a:pt x="329" y="204"/>
                  </a:lnTo>
                  <a:lnTo>
                    <a:pt x="333" y="212"/>
                  </a:lnTo>
                  <a:lnTo>
                    <a:pt x="337" y="221"/>
                  </a:lnTo>
                  <a:lnTo>
                    <a:pt x="338" y="230"/>
                  </a:lnTo>
                  <a:lnTo>
                    <a:pt x="341" y="239"/>
                  </a:lnTo>
                  <a:lnTo>
                    <a:pt x="341" y="248"/>
                  </a:lnTo>
                  <a:lnTo>
                    <a:pt x="341" y="248"/>
                  </a:lnTo>
                  <a:lnTo>
                    <a:pt x="341" y="259"/>
                  </a:lnTo>
                  <a:lnTo>
                    <a:pt x="338" y="268"/>
                  </a:lnTo>
                  <a:lnTo>
                    <a:pt x="337" y="277"/>
                  </a:lnTo>
                  <a:lnTo>
                    <a:pt x="333" y="285"/>
                  </a:lnTo>
                  <a:lnTo>
                    <a:pt x="329" y="293"/>
                  </a:lnTo>
                  <a:lnTo>
                    <a:pt x="325" y="300"/>
                  </a:lnTo>
                  <a:lnTo>
                    <a:pt x="320" y="308"/>
                  </a:lnTo>
                  <a:lnTo>
                    <a:pt x="314" y="315"/>
                  </a:lnTo>
                  <a:lnTo>
                    <a:pt x="307" y="321"/>
                  </a:lnTo>
                  <a:lnTo>
                    <a:pt x="299" y="327"/>
                  </a:lnTo>
                  <a:lnTo>
                    <a:pt x="291" y="330"/>
                  </a:lnTo>
                  <a:lnTo>
                    <a:pt x="284" y="334"/>
                  </a:lnTo>
                  <a:lnTo>
                    <a:pt x="276" y="338"/>
                  </a:lnTo>
                  <a:lnTo>
                    <a:pt x="267" y="340"/>
                  </a:lnTo>
                  <a:lnTo>
                    <a:pt x="258" y="342"/>
                  </a:lnTo>
                  <a:lnTo>
                    <a:pt x="247" y="342"/>
                  </a:lnTo>
                  <a:lnTo>
                    <a:pt x="247" y="3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4" name="Freeform 11009"/>
            <p:cNvSpPr>
              <a:spLocks noEditPoints="1"/>
            </p:cNvSpPr>
            <p:nvPr/>
          </p:nvSpPr>
          <p:spPr bwMode="auto">
            <a:xfrm>
              <a:off x="2056591" y="2926730"/>
              <a:ext cx="102004" cy="103526"/>
            </a:xfrm>
            <a:custGeom>
              <a:avLst/>
              <a:gdLst>
                <a:gd name="T0" fmla="*/ 265 w 268"/>
                <a:gd name="T1" fmla="*/ 110 h 269"/>
                <a:gd name="T2" fmla="*/ 250 w 268"/>
                <a:gd name="T3" fmla="*/ 96 h 269"/>
                <a:gd name="T4" fmla="*/ 234 w 268"/>
                <a:gd name="T5" fmla="*/ 88 h 269"/>
                <a:gd name="T6" fmla="*/ 227 w 268"/>
                <a:gd name="T7" fmla="*/ 64 h 269"/>
                <a:gd name="T8" fmla="*/ 237 w 268"/>
                <a:gd name="T9" fmla="*/ 49 h 269"/>
                <a:gd name="T10" fmla="*/ 221 w 268"/>
                <a:gd name="T11" fmla="*/ 33 h 269"/>
                <a:gd name="T12" fmla="*/ 210 w 268"/>
                <a:gd name="T13" fmla="*/ 33 h 269"/>
                <a:gd name="T14" fmla="*/ 199 w 268"/>
                <a:gd name="T15" fmla="*/ 38 h 269"/>
                <a:gd name="T16" fmla="*/ 174 w 268"/>
                <a:gd name="T17" fmla="*/ 30 h 269"/>
                <a:gd name="T18" fmla="*/ 166 w 268"/>
                <a:gd name="T19" fmla="*/ 15 h 269"/>
                <a:gd name="T20" fmla="*/ 166 w 268"/>
                <a:gd name="T21" fmla="*/ 4 h 269"/>
                <a:gd name="T22" fmla="*/ 132 w 268"/>
                <a:gd name="T23" fmla="*/ 7 h 269"/>
                <a:gd name="T24" fmla="*/ 127 w 268"/>
                <a:gd name="T25" fmla="*/ 20 h 269"/>
                <a:gd name="T26" fmla="*/ 111 w 268"/>
                <a:gd name="T27" fmla="*/ 28 h 269"/>
                <a:gd name="T28" fmla="*/ 85 w 268"/>
                <a:gd name="T29" fmla="*/ 21 h 269"/>
                <a:gd name="T30" fmla="*/ 65 w 268"/>
                <a:gd name="T31" fmla="*/ 20 h 269"/>
                <a:gd name="T32" fmla="*/ 55 w 268"/>
                <a:gd name="T33" fmla="*/ 30 h 269"/>
                <a:gd name="T34" fmla="*/ 59 w 268"/>
                <a:gd name="T35" fmla="*/ 46 h 269"/>
                <a:gd name="T36" fmla="*/ 48 w 268"/>
                <a:gd name="T37" fmla="*/ 66 h 269"/>
                <a:gd name="T38" fmla="*/ 20 w 268"/>
                <a:gd name="T39" fmla="*/ 67 h 269"/>
                <a:gd name="T40" fmla="*/ 7 w 268"/>
                <a:gd name="T41" fmla="*/ 94 h 269"/>
                <a:gd name="T42" fmla="*/ 15 w 268"/>
                <a:gd name="T43" fmla="*/ 98 h 269"/>
                <a:gd name="T44" fmla="*/ 24 w 268"/>
                <a:gd name="T45" fmla="*/ 113 h 269"/>
                <a:gd name="T46" fmla="*/ 17 w 268"/>
                <a:gd name="T47" fmla="*/ 137 h 269"/>
                <a:gd name="T48" fmla="*/ 5 w 268"/>
                <a:gd name="T49" fmla="*/ 144 h 269"/>
                <a:gd name="T50" fmla="*/ 3 w 268"/>
                <a:gd name="T51" fmla="*/ 160 h 269"/>
                <a:gd name="T52" fmla="*/ 18 w 268"/>
                <a:gd name="T53" fmla="*/ 174 h 269"/>
                <a:gd name="T54" fmla="*/ 35 w 268"/>
                <a:gd name="T55" fmla="*/ 182 h 269"/>
                <a:gd name="T56" fmla="*/ 41 w 268"/>
                <a:gd name="T57" fmla="*/ 205 h 269"/>
                <a:gd name="T58" fmla="*/ 33 w 268"/>
                <a:gd name="T59" fmla="*/ 221 h 269"/>
                <a:gd name="T60" fmla="*/ 47 w 268"/>
                <a:gd name="T61" fmla="*/ 237 h 269"/>
                <a:gd name="T62" fmla="*/ 58 w 268"/>
                <a:gd name="T63" fmla="*/ 237 h 269"/>
                <a:gd name="T64" fmla="*/ 71 w 268"/>
                <a:gd name="T65" fmla="*/ 231 h 269"/>
                <a:gd name="T66" fmla="*/ 94 w 268"/>
                <a:gd name="T67" fmla="*/ 238 h 269"/>
                <a:gd name="T68" fmla="*/ 103 w 268"/>
                <a:gd name="T69" fmla="*/ 255 h 269"/>
                <a:gd name="T70" fmla="*/ 102 w 268"/>
                <a:gd name="T71" fmla="*/ 265 h 269"/>
                <a:gd name="T72" fmla="*/ 136 w 268"/>
                <a:gd name="T73" fmla="*/ 263 h 269"/>
                <a:gd name="T74" fmla="*/ 143 w 268"/>
                <a:gd name="T75" fmla="*/ 250 h 269"/>
                <a:gd name="T76" fmla="*/ 158 w 268"/>
                <a:gd name="T77" fmla="*/ 242 h 269"/>
                <a:gd name="T78" fmla="*/ 184 w 268"/>
                <a:gd name="T79" fmla="*/ 248 h 269"/>
                <a:gd name="T80" fmla="*/ 204 w 268"/>
                <a:gd name="T81" fmla="*/ 250 h 269"/>
                <a:gd name="T82" fmla="*/ 214 w 268"/>
                <a:gd name="T83" fmla="*/ 239 h 269"/>
                <a:gd name="T84" fmla="*/ 209 w 268"/>
                <a:gd name="T85" fmla="*/ 224 h 269"/>
                <a:gd name="T86" fmla="*/ 221 w 268"/>
                <a:gd name="T87" fmla="*/ 204 h 269"/>
                <a:gd name="T88" fmla="*/ 250 w 268"/>
                <a:gd name="T89" fmla="*/ 203 h 269"/>
                <a:gd name="T90" fmla="*/ 263 w 268"/>
                <a:gd name="T91" fmla="*/ 175 h 269"/>
                <a:gd name="T92" fmla="*/ 254 w 268"/>
                <a:gd name="T93" fmla="*/ 170 h 269"/>
                <a:gd name="T94" fmla="*/ 244 w 268"/>
                <a:gd name="T95" fmla="*/ 156 h 269"/>
                <a:gd name="T96" fmla="*/ 251 w 268"/>
                <a:gd name="T97" fmla="*/ 133 h 269"/>
                <a:gd name="T98" fmla="*/ 263 w 268"/>
                <a:gd name="T99" fmla="*/ 126 h 269"/>
                <a:gd name="T100" fmla="*/ 128 w 268"/>
                <a:gd name="T101" fmla="*/ 184 h 269"/>
                <a:gd name="T102" fmla="*/ 110 w 268"/>
                <a:gd name="T103" fmla="*/ 178 h 269"/>
                <a:gd name="T104" fmla="*/ 90 w 268"/>
                <a:gd name="T105" fmla="*/ 157 h 269"/>
                <a:gd name="T106" fmla="*/ 85 w 268"/>
                <a:gd name="T107" fmla="*/ 130 h 269"/>
                <a:gd name="T108" fmla="*/ 92 w 268"/>
                <a:gd name="T109" fmla="*/ 110 h 269"/>
                <a:gd name="T110" fmla="*/ 111 w 268"/>
                <a:gd name="T111" fmla="*/ 90 h 269"/>
                <a:gd name="T112" fmla="*/ 140 w 268"/>
                <a:gd name="T113" fmla="*/ 85 h 269"/>
                <a:gd name="T114" fmla="*/ 159 w 268"/>
                <a:gd name="T115" fmla="*/ 92 h 269"/>
                <a:gd name="T116" fmla="*/ 179 w 268"/>
                <a:gd name="T117" fmla="*/ 111 h 269"/>
                <a:gd name="T118" fmla="*/ 184 w 268"/>
                <a:gd name="T119" fmla="*/ 140 h 269"/>
                <a:gd name="T120" fmla="*/ 178 w 268"/>
                <a:gd name="T121" fmla="*/ 160 h 269"/>
                <a:gd name="T122" fmla="*/ 157 w 268"/>
                <a:gd name="T123" fmla="*/ 179 h 269"/>
                <a:gd name="T124" fmla="*/ 128 w 268"/>
                <a:gd name="T125" fmla="*/ 18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8" h="269">
                  <a:moveTo>
                    <a:pt x="268" y="126"/>
                  </a:moveTo>
                  <a:lnTo>
                    <a:pt x="268" y="126"/>
                  </a:lnTo>
                  <a:lnTo>
                    <a:pt x="265" y="110"/>
                  </a:lnTo>
                  <a:lnTo>
                    <a:pt x="261" y="96"/>
                  </a:lnTo>
                  <a:lnTo>
                    <a:pt x="261" y="96"/>
                  </a:lnTo>
                  <a:lnTo>
                    <a:pt x="250" y="96"/>
                  </a:lnTo>
                  <a:lnTo>
                    <a:pt x="246" y="94"/>
                  </a:lnTo>
                  <a:lnTo>
                    <a:pt x="240" y="92"/>
                  </a:lnTo>
                  <a:lnTo>
                    <a:pt x="234" y="88"/>
                  </a:lnTo>
                  <a:lnTo>
                    <a:pt x="230" y="80"/>
                  </a:lnTo>
                  <a:lnTo>
                    <a:pt x="227" y="73"/>
                  </a:lnTo>
                  <a:lnTo>
                    <a:pt x="227" y="64"/>
                  </a:lnTo>
                  <a:lnTo>
                    <a:pt x="231" y="56"/>
                  </a:lnTo>
                  <a:lnTo>
                    <a:pt x="237" y="49"/>
                  </a:lnTo>
                  <a:lnTo>
                    <a:pt x="237" y="49"/>
                  </a:lnTo>
                  <a:lnTo>
                    <a:pt x="233" y="43"/>
                  </a:lnTo>
                  <a:lnTo>
                    <a:pt x="227" y="38"/>
                  </a:lnTo>
                  <a:lnTo>
                    <a:pt x="221" y="33"/>
                  </a:lnTo>
                  <a:lnTo>
                    <a:pt x="214" y="29"/>
                  </a:lnTo>
                  <a:lnTo>
                    <a:pt x="214" y="29"/>
                  </a:lnTo>
                  <a:lnTo>
                    <a:pt x="210" y="33"/>
                  </a:lnTo>
                  <a:lnTo>
                    <a:pt x="207" y="35"/>
                  </a:lnTo>
                  <a:lnTo>
                    <a:pt x="203" y="37"/>
                  </a:lnTo>
                  <a:lnTo>
                    <a:pt x="199" y="38"/>
                  </a:lnTo>
                  <a:lnTo>
                    <a:pt x="190" y="38"/>
                  </a:lnTo>
                  <a:lnTo>
                    <a:pt x="182" y="35"/>
                  </a:lnTo>
                  <a:lnTo>
                    <a:pt x="174" y="30"/>
                  </a:lnTo>
                  <a:lnTo>
                    <a:pt x="169" y="24"/>
                  </a:lnTo>
                  <a:lnTo>
                    <a:pt x="167" y="20"/>
                  </a:lnTo>
                  <a:lnTo>
                    <a:pt x="166" y="15"/>
                  </a:lnTo>
                  <a:lnTo>
                    <a:pt x="166" y="9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32" y="7"/>
                  </a:lnTo>
                  <a:lnTo>
                    <a:pt x="131" y="12"/>
                  </a:lnTo>
                  <a:lnTo>
                    <a:pt x="129" y="16"/>
                  </a:lnTo>
                  <a:lnTo>
                    <a:pt x="127" y="20"/>
                  </a:lnTo>
                  <a:lnTo>
                    <a:pt x="123" y="22"/>
                  </a:lnTo>
                  <a:lnTo>
                    <a:pt x="119" y="25"/>
                  </a:lnTo>
                  <a:lnTo>
                    <a:pt x="111" y="28"/>
                  </a:lnTo>
                  <a:lnTo>
                    <a:pt x="102" y="28"/>
                  </a:lnTo>
                  <a:lnTo>
                    <a:pt x="93" y="25"/>
                  </a:lnTo>
                  <a:lnTo>
                    <a:pt x="85" y="21"/>
                  </a:lnTo>
                  <a:lnTo>
                    <a:pt x="79" y="13"/>
                  </a:lnTo>
                  <a:lnTo>
                    <a:pt x="79" y="13"/>
                  </a:lnTo>
                  <a:lnTo>
                    <a:pt x="65" y="20"/>
                  </a:lnTo>
                  <a:lnTo>
                    <a:pt x="59" y="24"/>
                  </a:lnTo>
                  <a:lnTo>
                    <a:pt x="56" y="26"/>
                  </a:lnTo>
                  <a:lnTo>
                    <a:pt x="55" y="30"/>
                  </a:lnTo>
                  <a:lnTo>
                    <a:pt x="55" y="30"/>
                  </a:lnTo>
                  <a:lnTo>
                    <a:pt x="59" y="38"/>
                  </a:lnTo>
                  <a:lnTo>
                    <a:pt x="59" y="46"/>
                  </a:lnTo>
                  <a:lnTo>
                    <a:pt x="58" y="54"/>
                  </a:lnTo>
                  <a:lnTo>
                    <a:pt x="54" y="60"/>
                  </a:lnTo>
                  <a:lnTo>
                    <a:pt x="48" y="66"/>
                  </a:lnTo>
                  <a:lnTo>
                    <a:pt x="41" y="69"/>
                  </a:lnTo>
                  <a:lnTo>
                    <a:pt x="30" y="69"/>
                  </a:lnTo>
                  <a:lnTo>
                    <a:pt x="20" y="67"/>
                  </a:lnTo>
                  <a:lnTo>
                    <a:pt x="20" y="67"/>
                  </a:lnTo>
                  <a:lnTo>
                    <a:pt x="13" y="80"/>
                  </a:lnTo>
                  <a:lnTo>
                    <a:pt x="7" y="94"/>
                  </a:lnTo>
                  <a:lnTo>
                    <a:pt x="7" y="94"/>
                  </a:lnTo>
                  <a:lnTo>
                    <a:pt x="11" y="96"/>
                  </a:lnTo>
                  <a:lnTo>
                    <a:pt x="15" y="98"/>
                  </a:lnTo>
                  <a:lnTo>
                    <a:pt x="18" y="102"/>
                  </a:lnTo>
                  <a:lnTo>
                    <a:pt x="21" y="105"/>
                  </a:lnTo>
                  <a:lnTo>
                    <a:pt x="24" y="113"/>
                  </a:lnTo>
                  <a:lnTo>
                    <a:pt x="24" y="122"/>
                  </a:lnTo>
                  <a:lnTo>
                    <a:pt x="21" y="130"/>
                  </a:lnTo>
                  <a:lnTo>
                    <a:pt x="17" y="137"/>
                  </a:lnTo>
                  <a:lnTo>
                    <a:pt x="13" y="140"/>
                  </a:lnTo>
                  <a:lnTo>
                    <a:pt x="9" y="143"/>
                  </a:lnTo>
                  <a:lnTo>
                    <a:pt x="5" y="144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3" y="160"/>
                  </a:lnTo>
                  <a:lnTo>
                    <a:pt x="7" y="174"/>
                  </a:lnTo>
                  <a:lnTo>
                    <a:pt x="7" y="174"/>
                  </a:lnTo>
                  <a:lnTo>
                    <a:pt x="18" y="174"/>
                  </a:lnTo>
                  <a:lnTo>
                    <a:pt x="24" y="175"/>
                  </a:lnTo>
                  <a:lnTo>
                    <a:pt x="28" y="177"/>
                  </a:lnTo>
                  <a:lnTo>
                    <a:pt x="35" y="182"/>
                  </a:lnTo>
                  <a:lnTo>
                    <a:pt x="39" y="188"/>
                  </a:lnTo>
                  <a:lnTo>
                    <a:pt x="42" y="196"/>
                  </a:lnTo>
                  <a:lnTo>
                    <a:pt x="41" y="205"/>
                  </a:lnTo>
                  <a:lnTo>
                    <a:pt x="38" y="213"/>
                  </a:lnTo>
                  <a:lnTo>
                    <a:pt x="33" y="221"/>
                  </a:lnTo>
                  <a:lnTo>
                    <a:pt x="33" y="221"/>
                  </a:lnTo>
                  <a:lnTo>
                    <a:pt x="37" y="226"/>
                  </a:lnTo>
                  <a:lnTo>
                    <a:pt x="42" y="231"/>
                  </a:lnTo>
                  <a:lnTo>
                    <a:pt x="47" y="237"/>
                  </a:lnTo>
                  <a:lnTo>
                    <a:pt x="55" y="239"/>
                  </a:lnTo>
                  <a:lnTo>
                    <a:pt x="55" y="239"/>
                  </a:lnTo>
                  <a:lnTo>
                    <a:pt x="58" y="237"/>
                  </a:lnTo>
                  <a:lnTo>
                    <a:pt x="62" y="234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9" y="231"/>
                  </a:lnTo>
                  <a:lnTo>
                    <a:pt x="88" y="234"/>
                  </a:lnTo>
                  <a:lnTo>
                    <a:pt x="94" y="238"/>
                  </a:lnTo>
                  <a:lnTo>
                    <a:pt x="101" y="246"/>
                  </a:lnTo>
                  <a:lnTo>
                    <a:pt x="102" y="250"/>
                  </a:lnTo>
                  <a:lnTo>
                    <a:pt x="103" y="255"/>
                  </a:lnTo>
                  <a:lnTo>
                    <a:pt x="103" y="259"/>
                  </a:lnTo>
                  <a:lnTo>
                    <a:pt x="102" y="265"/>
                  </a:lnTo>
                  <a:lnTo>
                    <a:pt x="102" y="265"/>
                  </a:lnTo>
                  <a:lnTo>
                    <a:pt x="136" y="269"/>
                  </a:lnTo>
                  <a:lnTo>
                    <a:pt x="136" y="269"/>
                  </a:lnTo>
                  <a:lnTo>
                    <a:pt x="136" y="263"/>
                  </a:lnTo>
                  <a:lnTo>
                    <a:pt x="137" y="257"/>
                  </a:lnTo>
                  <a:lnTo>
                    <a:pt x="140" y="254"/>
                  </a:lnTo>
                  <a:lnTo>
                    <a:pt x="143" y="250"/>
                  </a:lnTo>
                  <a:lnTo>
                    <a:pt x="146" y="247"/>
                  </a:lnTo>
                  <a:lnTo>
                    <a:pt x="149" y="244"/>
                  </a:lnTo>
                  <a:lnTo>
                    <a:pt x="158" y="242"/>
                  </a:lnTo>
                  <a:lnTo>
                    <a:pt x="167" y="242"/>
                  </a:lnTo>
                  <a:lnTo>
                    <a:pt x="176" y="244"/>
                  </a:lnTo>
                  <a:lnTo>
                    <a:pt x="184" y="248"/>
                  </a:lnTo>
                  <a:lnTo>
                    <a:pt x="191" y="256"/>
                  </a:lnTo>
                  <a:lnTo>
                    <a:pt x="191" y="256"/>
                  </a:lnTo>
                  <a:lnTo>
                    <a:pt x="204" y="250"/>
                  </a:lnTo>
                  <a:lnTo>
                    <a:pt x="210" y="246"/>
                  </a:lnTo>
                  <a:lnTo>
                    <a:pt x="212" y="243"/>
                  </a:lnTo>
                  <a:lnTo>
                    <a:pt x="214" y="239"/>
                  </a:lnTo>
                  <a:lnTo>
                    <a:pt x="214" y="239"/>
                  </a:lnTo>
                  <a:lnTo>
                    <a:pt x="210" y="231"/>
                  </a:lnTo>
                  <a:lnTo>
                    <a:pt x="209" y="224"/>
                  </a:lnTo>
                  <a:lnTo>
                    <a:pt x="210" y="216"/>
                  </a:lnTo>
                  <a:lnTo>
                    <a:pt x="214" y="209"/>
                  </a:lnTo>
                  <a:lnTo>
                    <a:pt x="221" y="204"/>
                  </a:lnTo>
                  <a:lnTo>
                    <a:pt x="229" y="200"/>
                  </a:lnTo>
                  <a:lnTo>
                    <a:pt x="238" y="200"/>
                  </a:lnTo>
                  <a:lnTo>
                    <a:pt x="250" y="203"/>
                  </a:lnTo>
                  <a:lnTo>
                    <a:pt x="250" y="203"/>
                  </a:lnTo>
                  <a:lnTo>
                    <a:pt x="256" y="190"/>
                  </a:lnTo>
                  <a:lnTo>
                    <a:pt x="263" y="175"/>
                  </a:lnTo>
                  <a:lnTo>
                    <a:pt x="263" y="175"/>
                  </a:lnTo>
                  <a:lnTo>
                    <a:pt x="257" y="173"/>
                  </a:lnTo>
                  <a:lnTo>
                    <a:pt x="254" y="170"/>
                  </a:lnTo>
                  <a:lnTo>
                    <a:pt x="250" y="167"/>
                  </a:lnTo>
                  <a:lnTo>
                    <a:pt x="247" y="163"/>
                  </a:lnTo>
                  <a:lnTo>
                    <a:pt x="244" y="156"/>
                  </a:lnTo>
                  <a:lnTo>
                    <a:pt x="244" y="148"/>
                  </a:lnTo>
                  <a:lnTo>
                    <a:pt x="247" y="140"/>
                  </a:lnTo>
                  <a:lnTo>
                    <a:pt x="251" y="133"/>
                  </a:lnTo>
                  <a:lnTo>
                    <a:pt x="255" y="130"/>
                  </a:lnTo>
                  <a:lnTo>
                    <a:pt x="259" y="128"/>
                  </a:lnTo>
                  <a:lnTo>
                    <a:pt x="263" y="126"/>
                  </a:lnTo>
                  <a:lnTo>
                    <a:pt x="268" y="126"/>
                  </a:lnTo>
                  <a:lnTo>
                    <a:pt x="268" y="126"/>
                  </a:lnTo>
                  <a:close/>
                  <a:moveTo>
                    <a:pt x="128" y="184"/>
                  </a:moveTo>
                  <a:lnTo>
                    <a:pt x="128" y="184"/>
                  </a:lnTo>
                  <a:lnTo>
                    <a:pt x="119" y="182"/>
                  </a:lnTo>
                  <a:lnTo>
                    <a:pt x="110" y="178"/>
                  </a:lnTo>
                  <a:lnTo>
                    <a:pt x="102" y="173"/>
                  </a:lnTo>
                  <a:lnTo>
                    <a:pt x="95" y="166"/>
                  </a:lnTo>
                  <a:lnTo>
                    <a:pt x="90" y="157"/>
                  </a:lnTo>
                  <a:lnTo>
                    <a:pt x="86" y="149"/>
                  </a:lnTo>
                  <a:lnTo>
                    <a:pt x="85" y="139"/>
                  </a:lnTo>
                  <a:lnTo>
                    <a:pt x="85" y="130"/>
                  </a:lnTo>
                  <a:lnTo>
                    <a:pt x="85" y="130"/>
                  </a:lnTo>
                  <a:lnTo>
                    <a:pt x="88" y="119"/>
                  </a:lnTo>
                  <a:lnTo>
                    <a:pt x="92" y="110"/>
                  </a:lnTo>
                  <a:lnTo>
                    <a:pt x="97" y="102"/>
                  </a:lnTo>
                  <a:lnTo>
                    <a:pt x="103" y="96"/>
                  </a:lnTo>
                  <a:lnTo>
                    <a:pt x="111" y="90"/>
                  </a:lnTo>
                  <a:lnTo>
                    <a:pt x="120" y="86"/>
                  </a:lnTo>
                  <a:lnTo>
                    <a:pt x="129" y="85"/>
                  </a:lnTo>
                  <a:lnTo>
                    <a:pt x="140" y="85"/>
                  </a:lnTo>
                  <a:lnTo>
                    <a:pt x="140" y="85"/>
                  </a:lnTo>
                  <a:lnTo>
                    <a:pt x="150" y="88"/>
                  </a:lnTo>
                  <a:lnTo>
                    <a:pt x="159" y="92"/>
                  </a:lnTo>
                  <a:lnTo>
                    <a:pt x="167" y="97"/>
                  </a:lnTo>
                  <a:lnTo>
                    <a:pt x="174" y="103"/>
                  </a:lnTo>
                  <a:lnTo>
                    <a:pt x="179" y="111"/>
                  </a:lnTo>
                  <a:lnTo>
                    <a:pt x="182" y="120"/>
                  </a:lnTo>
                  <a:lnTo>
                    <a:pt x="184" y="131"/>
                  </a:lnTo>
                  <a:lnTo>
                    <a:pt x="184" y="140"/>
                  </a:lnTo>
                  <a:lnTo>
                    <a:pt x="184" y="140"/>
                  </a:lnTo>
                  <a:lnTo>
                    <a:pt x="182" y="150"/>
                  </a:lnTo>
                  <a:lnTo>
                    <a:pt x="178" y="160"/>
                  </a:lnTo>
                  <a:lnTo>
                    <a:pt x="173" y="167"/>
                  </a:lnTo>
                  <a:lnTo>
                    <a:pt x="165" y="174"/>
                  </a:lnTo>
                  <a:lnTo>
                    <a:pt x="157" y="179"/>
                  </a:lnTo>
                  <a:lnTo>
                    <a:pt x="148" y="183"/>
                  </a:lnTo>
                  <a:lnTo>
                    <a:pt x="139" y="184"/>
                  </a:lnTo>
                  <a:lnTo>
                    <a:pt x="128" y="184"/>
                  </a:lnTo>
                  <a:lnTo>
                    <a:pt x="128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5" name="Freeform 11010"/>
            <p:cNvSpPr/>
            <p:nvPr/>
          </p:nvSpPr>
          <p:spPr bwMode="auto">
            <a:xfrm>
              <a:off x="2073338" y="2667914"/>
              <a:ext cx="127885" cy="178126"/>
            </a:xfrm>
            <a:custGeom>
              <a:avLst/>
              <a:gdLst>
                <a:gd name="T0" fmla="*/ 340 w 340"/>
                <a:gd name="T1" fmla="*/ 178 h 468"/>
                <a:gd name="T2" fmla="*/ 336 w 340"/>
                <a:gd name="T3" fmla="*/ 143 h 468"/>
                <a:gd name="T4" fmla="*/ 327 w 340"/>
                <a:gd name="T5" fmla="*/ 109 h 468"/>
                <a:gd name="T6" fmla="*/ 311 w 340"/>
                <a:gd name="T7" fmla="*/ 79 h 468"/>
                <a:gd name="T8" fmla="*/ 290 w 340"/>
                <a:gd name="T9" fmla="*/ 53 h 468"/>
                <a:gd name="T10" fmla="*/ 265 w 340"/>
                <a:gd name="T11" fmla="*/ 32 h 468"/>
                <a:gd name="T12" fmla="*/ 237 w 340"/>
                <a:gd name="T13" fmla="*/ 15 h 468"/>
                <a:gd name="T14" fmla="*/ 204 w 340"/>
                <a:gd name="T15" fmla="*/ 4 h 468"/>
                <a:gd name="T16" fmla="*/ 170 w 340"/>
                <a:gd name="T17" fmla="*/ 0 h 468"/>
                <a:gd name="T18" fmla="*/ 153 w 340"/>
                <a:gd name="T19" fmla="*/ 2 h 468"/>
                <a:gd name="T20" fmla="*/ 120 w 340"/>
                <a:gd name="T21" fmla="*/ 10 h 468"/>
                <a:gd name="T22" fmla="*/ 89 w 340"/>
                <a:gd name="T23" fmla="*/ 23 h 468"/>
                <a:gd name="T24" fmla="*/ 63 w 340"/>
                <a:gd name="T25" fmla="*/ 41 h 468"/>
                <a:gd name="T26" fmla="*/ 39 w 340"/>
                <a:gd name="T27" fmla="*/ 66 h 468"/>
                <a:gd name="T28" fmla="*/ 21 w 340"/>
                <a:gd name="T29" fmla="*/ 94 h 468"/>
                <a:gd name="T30" fmla="*/ 8 w 340"/>
                <a:gd name="T31" fmla="*/ 126 h 468"/>
                <a:gd name="T32" fmla="*/ 2 w 340"/>
                <a:gd name="T33" fmla="*/ 160 h 468"/>
                <a:gd name="T34" fmla="*/ 0 w 340"/>
                <a:gd name="T35" fmla="*/ 178 h 468"/>
                <a:gd name="T36" fmla="*/ 4 w 340"/>
                <a:gd name="T37" fmla="*/ 213 h 468"/>
                <a:gd name="T38" fmla="*/ 13 w 340"/>
                <a:gd name="T39" fmla="*/ 247 h 468"/>
                <a:gd name="T40" fmla="*/ 29 w 340"/>
                <a:gd name="T41" fmla="*/ 277 h 468"/>
                <a:gd name="T42" fmla="*/ 51 w 340"/>
                <a:gd name="T43" fmla="*/ 305 h 468"/>
                <a:gd name="T44" fmla="*/ 60 w 340"/>
                <a:gd name="T45" fmla="*/ 323 h 468"/>
                <a:gd name="T46" fmla="*/ 76 w 340"/>
                <a:gd name="T47" fmla="*/ 362 h 468"/>
                <a:gd name="T48" fmla="*/ 80 w 340"/>
                <a:gd name="T49" fmla="*/ 384 h 468"/>
                <a:gd name="T50" fmla="*/ 79 w 340"/>
                <a:gd name="T51" fmla="*/ 392 h 468"/>
                <a:gd name="T52" fmla="*/ 79 w 340"/>
                <a:gd name="T53" fmla="*/ 413 h 468"/>
                <a:gd name="T54" fmla="*/ 86 w 340"/>
                <a:gd name="T55" fmla="*/ 434 h 468"/>
                <a:gd name="T56" fmla="*/ 97 w 340"/>
                <a:gd name="T57" fmla="*/ 448 h 468"/>
                <a:gd name="T58" fmla="*/ 103 w 340"/>
                <a:gd name="T59" fmla="*/ 454 h 468"/>
                <a:gd name="T60" fmla="*/ 119 w 340"/>
                <a:gd name="T61" fmla="*/ 461 h 468"/>
                <a:gd name="T62" fmla="*/ 137 w 340"/>
                <a:gd name="T63" fmla="*/ 467 h 468"/>
                <a:gd name="T64" fmla="*/ 162 w 340"/>
                <a:gd name="T65" fmla="*/ 468 h 468"/>
                <a:gd name="T66" fmla="*/ 179 w 340"/>
                <a:gd name="T67" fmla="*/ 468 h 468"/>
                <a:gd name="T68" fmla="*/ 216 w 340"/>
                <a:gd name="T69" fmla="*/ 460 h 468"/>
                <a:gd name="T70" fmla="*/ 235 w 340"/>
                <a:gd name="T71" fmla="*/ 454 h 468"/>
                <a:gd name="T72" fmla="*/ 235 w 340"/>
                <a:gd name="T73" fmla="*/ 454 h 468"/>
                <a:gd name="T74" fmla="*/ 246 w 340"/>
                <a:gd name="T75" fmla="*/ 445 h 468"/>
                <a:gd name="T76" fmla="*/ 256 w 340"/>
                <a:gd name="T77" fmla="*/ 426 h 468"/>
                <a:gd name="T78" fmla="*/ 261 w 340"/>
                <a:gd name="T79" fmla="*/ 408 h 468"/>
                <a:gd name="T80" fmla="*/ 260 w 340"/>
                <a:gd name="T81" fmla="*/ 392 h 468"/>
                <a:gd name="T82" fmla="*/ 259 w 340"/>
                <a:gd name="T83" fmla="*/ 384 h 468"/>
                <a:gd name="T84" fmla="*/ 263 w 340"/>
                <a:gd name="T85" fmla="*/ 362 h 468"/>
                <a:gd name="T86" fmla="*/ 278 w 340"/>
                <a:gd name="T87" fmla="*/ 324 h 468"/>
                <a:gd name="T88" fmla="*/ 286 w 340"/>
                <a:gd name="T89" fmla="*/ 307 h 468"/>
                <a:gd name="T90" fmla="*/ 310 w 340"/>
                <a:gd name="T91" fmla="*/ 280 h 468"/>
                <a:gd name="T92" fmla="*/ 325 w 340"/>
                <a:gd name="T93" fmla="*/ 249 h 468"/>
                <a:gd name="T94" fmla="*/ 336 w 340"/>
                <a:gd name="T95" fmla="*/ 215 h 468"/>
                <a:gd name="T96" fmla="*/ 340 w 340"/>
                <a:gd name="T97" fmla="*/ 17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0" h="468">
                  <a:moveTo>
                    <a:pt x="340" y="178"/>
                  </a:moveTo>
                  <a:lnTo>
                    <a:pt x="340" y="178"/>
                  </a:lnTo>
                  <a:lnTo>
                    <a:pt x="338" y="160"/>
                  </a:lnTo>
                  <a:lnTo>
                    <a:pt x="336" y="143"/>
                  </a:lnTo>
                  <a:lnTo>
                    <a:pt x="332" y="126"/>
                  </a:lnTo>
                  <a:lnTo>
                    <a:pt x="327" y="109"/>
                  </a:lnTo>
                  <a:lnTo>
                    <a:pt x="319" y="94"/>
                  </a:lnTo>
                  <a:lnTo>
                    <a:pt x="311" y="79"/>
                  </a:lnTo>
                  <a:lnTo>
                    <a:pt x="301" y="66"/>
                  </a:lnTo>
                  <a:lnTo>
                    <a:pt x="290" y="53"/>
                  </a:lnTo>
                  <a:lnTo>
                    <a:pt x="278" y="41"/>
                  </a:lnTo>
                  <a:lnTo>
                    <a:pt x="265" y="32"/>
                  </a:lnTo>
                  <a:lnTo>
                    <a:pt x="251" y="23"/>
                  </a:lnTo>
                  <a:lnTo>
                    <a:pt x="237" y="15"/>
                  </a:lnTo>
                  <a:lnTo>
                    <a:pt x="221" y="10"/>
                  </a:lnTo>
                  <a:lnTo>
                    <a:pt x="204" y="4"/>
                  </a:lnTo>
                  <a:lnTo>
                    <a:pt x="187" y="2"/>
                  </a:lnTo>
                  <a:lnTo>
                    <a:pt x="170" y="0"/>
                  </a:lnTo>
                  <a:lnTo>
                    <a:pt x="170" y="0"/>
                  </a:lnTo>
                  <a:lnTo>
                    <a:pt x="153" y="2"/>
                  </a:lnTo>
                  <a:lnTo>
                    <a:pt x="136" y="4"/>
                  </a:lnTo>
                  <a:lnTo>
                    <a:pt x="120" y="10"/>
                  </a:lnTo>
                  <a:lnTo>
                    <a:pt x="105" y="15"/>
                  </a:lnTo>
                  <a:lnTo>
                    <a:pt x="89" y="23"/>
                  </a:lnTo>
                  <a:lnTo>
                    <a:pt x="76" y="32"/>
                  </a:lnTo>
                  <a:lnTo>
                    <a:pt x="63" y="41"/>
                  </a:lnTo>
                  <a:lnTo>
                    <a:pt x="50" y="53"/>
                  </a:lnTo>
                  <a:lnTo>
                    <a:pt x="39" y="66"/>
                  </a:lnTo>
                  <a:lnTo>
                    <a:pt x="30" y="79"/>
                  </a:lnTo>
                  <a:lnTo>
                    <a:pt x="21" y="94"/>
                  </a:lnTo>
                  <a:lnTo>
                    <a:pt x="15" y="109"/>
                  </a:lnTo>
                  <a:lnTo>
                    <a:pt x="8" y="126"/>
                  </a:lnTo>
                  <a:lnTo>
                    <a:pt x="4" y="143"/>
                  </a:lnTo>
                  <a:lnTo>
                    <a:pt x="2" y="160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" y="196"/>
                  </a:lnTo>
                  <a:lnTo>
                    <a:pt x="4" y="213"/>
                  </a:lnTo>
                  <a:lnTo>
                    <a:pt x="8" y="230"/>
                  </a:lnTo>
                  <a:lnTo>
                    <a:pt x="13" y="247"/>
                  </a:lnTo>
                  <a:lnTo>
                    <a:pt x="21" y="263"/>
                  </a:lnTo>
                  <a:lnTo>
                    <a:pt x="29" y="277"/>
                  </a:lnTo>
                  <a:lnTo>
                    <a:pt x="39" y="292"/>
                  </a:lnTo>
                  <a:lnTo>
                    <a:pt x="51" y="305"/>
                  </a:lnTo>
                  <a:lnTo>
                    <a:pt x="51" y="305"/>
                  </a:lnTo>
                  <a:lnTo>
                    <a:pt x="60" y="323"/>
                  </a:lnTo>
                  <a:lnTo>
                    <a:pt x="67" y="337"/>
                  </a:lnTo>
                  <a:lnTo>
                    <a:pt x="76" y="362"/>
                  </a:lnTo>
                  <a:lnTo>
                    <a:pt x="80" y="378"/>
                  </a:lnTo>
                  <a:lnTo>
                    <a:pt x="80" y="384"/>
                  </a:lnTo>
                  <a:lnTo>
                    <a:pt x="80" y="384"/>
                  </a:lnTo>
                  <a:lnTo>
                    <a:pt x="79" y="392"/>
                  </a:lnTo>
                  <a:lnTo>
                    <a:pt x="79" y="400"/>
                  </a:lnTo>
                  <a:lnTo>
                    <a:pt x="79" y="413"/>
                  </a:lnTo>
                  <a:lnTo>
                    <a:pt x="83" y="425"/>
                  </a:lnTo>
                  <a:lnTo>
                    <a:pt x="86" y="434"/>
                  </a:lnTo>
                  <a:lnTo>
                    <a:pt x="92" y="442"/>
                  </a:lnTo>
                  <a:lnTo>
                    <a:pt x="97" y="448"/>
                  </a:lnTo>
                  <a:lnTo>
                    <a:pt x="103" y="454"/>
                  </a:lnTo>
                  <a:lnTo>
                    <a:pt x="103" y="454"/>
                  </a:lnTo>
                  <a:lnTo>
                    <a:pt x="107" y="456"/>
                  </a:lnTo>
                  <a:lnTo>
                    <a:pt x="119" y="461"/>
                  </a:lnTo>
                  <a:lnTo>
                    <a:pt x="127" y="464"/>
                  </a:lnTo>
                  <a:lnTo>
                    <a:pt x="137" y="467"/>
                  </a:lnTo>
                  <a:lnTo>
                    <a:pt x="149" y="468"/>
                  </a:lnTo>
                  <a:lnTo>
                    <a:pt x="162" y="468"/>
                  </a:lnTo>
                  <a:lnTo>
                    <a:pt x="162" y="468"/>
                  </a:lnTo>
                  <a:lnTo>
                    <a:pt x="179" y="468"/>
                  </a:lnTo>
                  <a:lnTo>
                    <a:pt x="197" y="465"/>
                  </a:lnTo>
                  <a:lnTo>
                    <a:pt x="216" y="460"/>
                  </a:lnTo>
                  <a:lnTo>
                    <a:pt x="234" y="455"/>
                  </a:lnTo>
                  <a:lnTo>
                    <a:pt x="235" y="454"/>
                  </a:lnTo>
                  <a:lnTo>
                    <a:pt x="235" y="454"/>
                  </a:lnTo>
                  <a:lnTo>
                    <a:pt x="235" y="454"/>
                  </a:lnTo>
                  <a:lnTo>
                    <a:pt x="241" y="450"/>
                  </a:lnTo>
                  <a:lnTo>
                    <a:pt x="246" y="445"/>
                  </a:lnTo>
                  <a:lnTo>
                    <a:pt x="251" y="437"/>
                  </a:lnTo>
                  <a:lnTo>
                    <a:pt x="256" y="426"/>
                  </a:lnTo>
                  <a:lnTo>
                    <a:pt x="260" y="414"/>
                  </a:lnTo>
                  <a:lnTo>
                    <a:pt x="261" y="408"/>
                  </a:lnTo>
                  <a:lnTo>
                    <a:pt x="261" y="400"/>
                  </a:lnTo>
                  <a:lnTo>
                    <a:pt x="260" y="392"/>
                  </a:lnTo>
                  <a:lnTo>
                    <a:pt x="259" y="384"/>
                  </a:lnTo>
                  <a:lnTo>
                    <a:pt x="259" y="384"/>
                  </a:lnTo>
                  <a:lnTo>
                    <a:pt x="260" y="378"/>
                  </a:lnTo>
                  <a:lnTo>
                    <a:pt x="263" y="362"/>
                  </a:lnTo>
                  <a:lnTo>
                    <a:pt x="272" y="339"/>
                  </a:lnTo>
                  <a:lnTo>
                    <a:pt x="278" y="324"/>
                  </a:lnTo>
                  <a:lnTo>
                    <a:pt x="286" y="307"/>
                  </a:lnTo>
                  <a:lnTo>
                    <a:pt x="286" y="307"/>
                  </a:lnTo>
                  <a:lnTo>
                    <a:pt x="298" y="294"/>
                  </a:lnTo>
                  <a:lnTo>
                    <a:pt x="310" y="280"/>
                  </a:lnTo>
                  <a:lnTo>
                    <a:pt x="318" y="264"/>
                  </a:lnTo>
                  <a:lnTo>
                    <a:pt x="325" y="249"/>
                  </a:lnTo>
                  <a:lnTo>
                    <a:pt x="332" y="232"/>
                  </a:lnTo>
                  <a:lnTo>
                    <a:pt x="336" y="215"/>
                  </a:lnTo>
                  <a:lnTo>
                    <a:pt x="338" y="196"/>
                  </a:lnTo>
                  <a:lnTo>
                    <a:pt x="340" y="178"/>
                  </a:lnTo>
                  <a:lnTo>
                    <a:pt x="340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6" name="Freeform 11011"/>
            <p:cNvSpPr/>
            <p:nvPr/>
          </p:nvSpPr>
          <p:spPr bwMode="auto">
            <a:xfrm>
              <a:off x="2117489" y="2853652"/>
              <a:ext cx="39583" cy="31971"/>
            </a:xfrm>
            <a:custGeom>
              <a:avLst/>
              <a:gdLst>
                <a:gd name="T0" fmla="*/ 51 w 104"/>
                <a:gd name="T1" fmla="*/ 9 h 85"/>
                <a:gd name="T2" fmla="*/ 51 w 104"/>
                <a:gd name="T3" fmla="*/ 9 h 85"/>
                <a:gd name="T4" fmla="*/ 39 w 104"/>
                <a:gd name="T5" fmla="*/ 9 h 85"/>
                <a:gd name="T6" fmla="*/ 27 w 104"/>
                <a:gd name="T7" fmla="*/ 7 h 85"/>
                <a:gd name="T8" fmla="*/ 15 w 104"/>
                <a:gd name="T9" fmla="*/ 5 h 85"/>
                <a:gd name="T10" fmla="*/ 5 w 104"/>
                <a:gd name="T11" fmla="*/ 2 h 85"/>
                <a:gd name="T12" fmla="*/ 0 w 104"/>
                <a:gd name="T13" fmla="*/ 0 h 85"/>
                <a:gd name="T14" fmla="*/ 5 w 104"/>
                <a:gd name="T15" fmla="*/ 60 h 85"/>
                <a:gd name="T16" fmla="*/ 34 w 104"/>
                <a:gd name="T17" fmla="*/ 85 h 85"/>
                <a:gd name="T18" fmla="*/ 68 w 104"/>
                <a:gd name="T19" fmla="*/ 85 h 85"/>
                <a:gd name="T20" fmla="*/ 98 w 104"/>
                <a:gd name="T21" fmla="*/ 58 h 85"/>
                <a:gd name="T22" fmla="*/ 104 w 104"/>
                <a:gd name="T23" fmla="*/ 0 h 85"/>
                <a:gd name="T24" fmla="*/ 98 w 104"/>
                <a:gd name="T25" fmla="*/ 2 h 85"/>
                <a:gd name="T26" fmla="*/ 98 w 104"/>
                <a:gd name="T27" fmla="*/ 2 h 85"/>
                <a:gd name="T28" fmla="*/ 85 w 104"/>
                <a:gd name="T29" fmla="*/ 5 h 85"/>
                <a:gd name="T30" fmla="*/ 69 w 104"/>
                <a:gd name="T31" fmla="*/ 7 h 85"/>
                <a:gd name="T32" fmla="*/ 51 w 104"/>
                <a:gd name="T33" fmla="*/ 9 h 85"/>
                <a:gd name="T34" fmla="*/ 51 w 104"/>
                <a:gd name="T35" fmla="*/ 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4" h="85">
                  <a:moveTo>
                    <a:pt x="51" y="9"/>
                  </a:moveTo>
                  <a:lnTo>
                    <a:pt x="51" y="9"/>
                  </a:lnTo>
                  <a:lnTo>
                    <a:pt x="39" y="9"/>
                  </a:lnTo>
                  <a:lnTo>
                    <a:pt x="27" y="7"/>
                  </a:lnTo>
                  <a:lnTo>
                    <a:pt x="15" y="5"/>
                  </a:lnTo>
                  <a:lnTo>
                    <a:pt x="5" y="2"/>
                  </a:lnTo>
                  <a:lnTo>
                    <a:pt x="0" y="0"/>
                  </a:lnTo>
                  <a:lnTo>
                    <a:pt x="5" y="60"/>
                  </a:lnTo>
                  <a:lnTo>
                    <a:pt x="34" y="85"/>
                  </a:lnTo>
                  <a:lnTo>
                    <a:pt x="68" y="85"/>
                  </a:lnTo>
                  <a:lnTo>
                    <a:pt x="98" y="58"/>
                  </a:lnTo>
                  <a:lnTo>
                    <a:pt x="104" y="0"/>
                  </a:lnTo>
                  <a:lnTo>
                    <a:pt x="98" y="2"/>
                  </a:lnTo>
                  <a:lnTo>
                    <a:pt x="98" y="2"/>
                  </a:lnTo>
                  <a:lnTo>
                    <a:pt x="85" y="5"/>
                  </a:lnTo>
                  <a:lnTo>
                    <a:pt x="69" y="7"/>
                  </a:lnTo>
                  <a:lnTo>
                    <a:pt x="51" y="9"/>
                  </a:lnTo>
                  <a:lnTo>
                    <a:pt x="5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7" name="Freeform 11012"/>
            <p:cNvSpPr/>
            <p:nvPr/>
          </p:nvSpPr>
          <p:spPr bwMode="auto">
            <a:xfrm>
              <a:off x="2009396" y="2739469"/>
              <a:ext cx="25882" cy="16747"/>
            </a:xfrm>
            <a:custGeom>
              <a:avLst/>
              <a:gdLst>
                <a:gd name="T0" fmla="*/ 67 w 67"/>
                <a:gd name="T1" fmla="*/ 0 h 47"/>
                <a:gd name="T2" fmla="*/ 0 w 67"/>
                <a:gd name="T3" fmla="*/ 0 h 47"/>
                <a:gd name="T4" fmla="*/ 0 w 67"/>
                <a:gd name="T5" fmla="*/ 47 h 47"/>
                <a:gd name="T6" fmla="*/ 67 w 67"/>
                <a:gd name="T7" fmla="*/ 47 h 47"/>
                <a:gd name="T8" fmla="*/ 67 w 67"/>
                <a:gd name="T9" fmla="*/ 47 h 47"/>
                <a:gd name="T10" fmla="*/ 66 w 67"/>
                <a:gd name="T11" fmla="*/ 35 h 47"/>
                <a:gd name="T12" fmla="*/ 64 w 67"/>
                <a:gd name="T13" fmla="*/ 24 h 47"/>
                <a:gd name="T14" fmla="*/ 64 w 67"/>
                <a:gd name="T15" fmla="*/ 24 h 47"/>
                <a:gd name="T16" fmla="*/ 66 w 67"/>
                <a:gd name="T17" fmla="*/ 12 h 47"/>
                <a:gd name="T18" fmla="*/ 67 w 67"/>
                <a:gd name="T19" fmla="*/ 0 h 47"/>
                <a:gd name="T20" fmla="*/ 67 w 67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47">
                  <a:moveTo>
                    <a:pt x="67" y="0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67" y="47"/>
                  </a:lnTo>
                  <a:lnTo>
                    <a:pt x="67" y="47"/>
                  </a:lnTo>
                  <a:lnTo>
                    <a:pt x="66" y="35"/>
                  </a:lnTo>
                  <a:lnTo>
                    <a:pt x="64" y="24"/>
                  </a:lnTo>
                  <a:lnTo>
                    <a:pt x="64" y="24"/>
                  </a:lnTo>
                  <a:lnTo>
                    <a:pt x="66" y="12"/>
                  </a:lnTo>
                  <a:lnTo>
                    <a:pt x="6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8" name="Freeform 11013"/>
            <p:cNvSpPr/>
            <p:nvPr/>
          </p:nvSpPr>
          <p:spPr bwMode="auto">
            <a:xfrm>
              <a:off x="2239284" y="2739469"/>
              <a:ext cx="25882" cy="16747"/>
            </a:xfrm>
            <a:custGeom>
              <a:avLst/>
              <a:gdLst>
                <a:gd name="T0" fmla="*/ 0 w 68"/>
                <a:gd name="T1" fmla="*/ 47 h 47"/>
                <a:gd name="T2" fmla="*/ 68 w 68"/>
                <a:gd name="T3" fmla="*/ 47 h 47"/>
                <a:gd name="T4" fmla="*/ 68 w 68"/>
                <a:gd name="T5" fmla="*/ 0 h 47"/>
                <a:gd name="T6" fmla="*/ 0 w 68"/>
                <a:gd name="T7" fmla="*/ 0 h 47"/>
                <a:gd name="T8" fmla="*/ 0 w 68"/>
                <a:gd name="T9" fmla="*/ 0 h 47"/>
                <a:gd name="T10" fmla="*/ 1 w 68"/>
                <a:gd name="T11" fmla="*/ 12 h 47"/>
                <a:gd name="T12" fmla="*/ 3 w 68"/>
                <a:gd name="T13" fmla="*/ 24 h 47"/>
                <a:gd name="T14" fmla="*/ 3 w 68"/>
                <a:gd name="T15" fmla="*/ 24 h 47"/>
                <a:gd name="T16" fmla="*/ 1 w 68"/>
                <a:gd name="T17" fmla="*/ 35 h 47"/>
                <a:gd name="T18" fmla="*/ 0 w 68"/>
                <a:gd name="T19" fmla="*/ 47 h 47"/>
                <a:gd name="T20" fmla="*/ 0 w 68"/>
                <a:gd name="T2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47">
                  <a:moveTo>
                    <a:pt x="0" y="47"/>
                  </a:moveTo>
                  <a:lnTo>
                    <a:pt x="68" y="47"/>
                  </a:lnTo>
                  <a:lnTo>
                    <a:pt x="6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2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" y="35"/>
                  </a:lnTo>
                  <a:lnTo>
                    <a:pt x="0" y="47"/>
                  </a:ln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9" name="Freeform 11014"/>
            <p:cNvSpPr/>
            <p:nvPr/>
          </p:nvSpPr>
          <p:spPr bwMode="auto">
            <a:xfrm>
              <a:off x="2134236" y="2616151"/>
              <a:ext cx="18269" cy="28926"/>
            </a:xfrm>
            <a:custGeom>
              <a:avLst/>
              <a:gdLst>
                <a:gd name="T0" fmla="*/ 47 w 47"/>
                <a:gd name="T1" fmla="*/ 77 h 77"/>
                <a:gd name="T2" fmla="*/ 47 w 47"/>
                <a:gd name="T3" fmla="*/ 0 h 77"/>
                <a:gd name="T4" fmla="*/ 0 w 47"/>
                <a:gd name="T5" fmla="*/ 0 h 77"/>
                <a:gd name="T6" fmla="*/ 0 w 47"/>
                <a:gd name="T7" fmla="*/ 73 h 77"/>
                <a:gd name="T8" fmla="*/ 0 w 47"/>
                <a:gd name="T9" fmla="*/ 73 h 77"/>
                <a:gd name="T10" fmla="*/ 8 w 47"/>
                <a:gd name="T11" fmla="*/ 73 h 77"/>
                <a:gd name="T12" fmla="*/ 8 w 47"/>
                <a:gd name="T13" fmla="*/ 73 h 77"/>
                <a:gd name="T14" fmla="*/ 28 w 47"/>
                <a:gd name="T15" fmla="*/ 74 h 77"/>
                <a:gd name="T16" fmla="*/ 47 w 47"/>
                <a:gd name="T17" fmla="*/ 77 h 77"/>
                <a:gd name="T18" fmla="*/ 47 w 47"/>
                <a:gd name="T1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77">
                  <a:moveTo>
                    <a:pt x="47" y="77"/>
                  </a:moveTo>
                  <a:lnTo>
                    <a:pt x="47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28" y="74"/>
                  </a:lnTo>
                  <a:lnTo>
                    <a:pt x="47" y="77"/>
                  </a:lnTo>
                  <a:lnTo>
                    <a:pt x="47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0" name="Freeform 11015"/>
            <p:cNvSpPr/>
            <p:nvPr/>
          </p:nvSpPr>
          <p:spPr bwMode="auto">
            <a:xfrm>
              <a:off x="2036800" y="2651168"/>
              <a:ext cx="33494" cy="31971"/>
            </a:xfrm>
            <a:custGeom>
              <a:avLst/>
              <a:gdLst>
                <a:gd name="T0" fmla="*/ 84 w 84"/>
                <a:gd name="T1" fmla="*/ 51 h 85"/>
                <a:gd name="T2" fmla="*/ 33 w 84"/>
                <a:gd name="T3" fmla="*/ 0 h 85"/>
                <a:gd name="T4" fmla="*/ 0 w 84"/>
                <a:gd name="T5" fmla="*/ 33 h 85"/>
                <a:gd name="T6" fmla="*/ 52 w 84"/>
                <a:gd name="T7" fmla="*/ 85 h 85"/>
                <a:gd name="T8" fmla="*/ 52 w 84"/>
                <a:gd name="T9" fmla="*/ 85 h 85"/>
                <a:gd name="T10" fmla="*/ 67 w 84"/>
                <a:gd name="T11" fmla="*/ 67 h 85"/>
                <a:gd name="T12" fmla="*/ 84 w 84"/>
                <a:gd name="T13" fmla="*/ 51 h 85"/>
                <a:gd name="T14" fmla="*/ 84 w 84"/>
                <a:gd name="T15" fmla="*/ 5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5">
                  <a:moveTo>
                    <a:pt x="84" y="51"/>
                  </a:moveTo>
                  <a:lnTo>
                    <a:pt x="33" y="0"/>
                  </a:lnTo>
                  <a:lnTo>
                    <a:pt x="0" y="33"/>
                  </a:lnTo>
                  <a:lnTo>
                    <a:pt x="52" y="85"/>
                  </a:lnTo>
                  <a:lnTo>
                    <a:pt x="52" y="85"/>
                  </a:lnTo>
                  <a:lnTo>
                    <a:pt x="67" y="67"/>
                  </a:lnTo>
                  <a:lnTo>
                    <a:pt x="84" y="51"/>
                  </a:lnTo>
                  <a:lnTo>
                    <a:pt x="84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1" name="Freeform 11016"/>
            <p:cNvSpPr/>
            <p:nvPr/>
          </p:nvSpPr>
          <p:spPr bwMode="auto">
            <a:xfrm>
              <a:off x="2202746" y="2651168"/>
              <a:ext cx="31971" cy="30449"/>
            </a:xfrm>
            <a:custGeom>
              <a:avLst/>
              <a:gdLst>
                <a:gd name="T0" fmla="*/ 32 w 81"/>
                <a:gd name="T1" fmla="*/ 81 h 81"/>
                <a:gd name="T2" fmla="*/ 81 w 81"/>
                <a:gd name="T3" fmla="*/ 33 h 81"/>
                <a:gd name="T4" fmla="*/ 47 w 81"/>
                <a:gd name="T5" fmla="*/ 0 h 81"/>
                <a:gd name="T6" fmla="*/ 0 w 81"/>
                <a:gd name="T7" fmla="*/ 47 h 81"/>
                <a:gd name="T8" fmla="*/ 0 w 81"/>
                <a:gd name="T9" fmla="*/ 47 h 81"/>
                <a:gd name="T10" fmla="*/ 17 w 81"/>
                <a:gd name="T11" fmla="*/ 63 h 81"/>
                <a:gd name="T12" fmla="*/ 32 w 81"/>
                <a:gd name="T13" fmla="*/ 81 h 81"/>
                <a:gd name="T14" fmla="*/ 32 w 81"/>
                <a:gd name="T15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81">
                  <a:moveTo>
                    <a:pt x="32" y="81"/>
                  </a:moveTo>
                  <a:lnTo>
                    <a:pt x="81" y="33"/>
                  </a:lnTo>
                  <a:lnTo>
                    <a:pt x="47" y="0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17" y="63"/>
                  </a:lnTo>
                  <a:lnTo>
                    <a:pt x="32" y="81"/>
                  </a:lnTo>
                  <a:lnTo>
                    <a:pt x="32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7427" name="Freeform 2890"/>
          <p:cNvSpPr>
            <a:spLocks noEditPoints="1"/>
          </p:cNvSpPr>
          <p:nvPr/>
        </p:nvSpPr>
        <p:spPr>
          <a:xfrm>
            <a:off x="9105900" y="2245360"/>
            <a:ext cx="350838" cy="288925"/>
          </a:xfrm>
          <a:custGeom>
            <a:avLst/>
            <a:gdLst/>
            <a:ahLst/>
            <a:cxnLst>
              <a:cxn ang="0">
                <a:pos x="243329" y="129484"/>
              </a:cxn>
              <a:cxn ang="0">
                <a:pos x="234534" y="122099"/>
              </a:cxn>
              <a:cxn ang="0">
                <a:pos x="231602" y="111760"/>
              </a:cxn>
              <a:cxn ang="0">
                <a:pos x="234534" y="101421"/>
              </a:cxn>
              <a:cxn ang="0">
                <a:pos x="243329" y="94036"/>
              </a:cxn>
              <a:cxn ang="0">
                <a:pos x="254078" y="93051"/>
              </a:cxn>
              <a:cxn ang="0">
                <a:pos x="263850" y="98467"/>
              </a:cxn>
              <a:cxn ang="0">
                <a:pos x="269225" y="107821"/>
              </a:cxn>
              <a:cxn ang="0">
                <a:pos x="268248" y="119145"/>
              </a:cxn>
              <a:cxn ang="0">
                <a:pos x="260919" y="127515"/>
              </a:cxn>
              <a:cxn ang="0">
                <a:pos x="250658" y="130961"/>
              </a:cxn>
              <a:cxn ang="0">
                <a:pos x="179321" y="130469"/>
              </a:cxn>
              <a:cxn ang="0">
                <a:pos x="170037" y="125053"/>
              </a:cxn>
              <a:cxn ang="0">
                <a:pos x="164662" y="115699"/>
              </a:cxn>
              <a:cxn ang="0">
                <a:pos x="165639" y="104375"/>
              </a:cxn>
              <a:cxn ang="0">
                <a:pos x="172969" y="96005"/>
              </a:cxn>
              <a:cxn ang="0">
                <a:pos x="183229" y="92559"/>
              </a:cxn>
              <a:cxn ang="0">
                <a:pos x="193979" y="96005"/>
              </a:cxn>
              <a:cxn ang="0">
                <a:pos x="200820" y="104375"/>
              </a:cxn>
              <a:cxn ang="0">
                <a:pos x="201797" y="115699"/>
              </a:cxn>
              <a:cxn ang="0">
                <a:pos x="196422" y="125053"/>
              </a:cxn>
              <a:cxn ang="0">
                <a:pos x="187138" y="130469"/>
              </a:cxn>
              <a:cxn ang="0">
                <a:pos x="115801" y="130961"/>
              </a:cxn>
              <a:cxn ang="0">
                <a:pos x="105540" y="127515"/>
              </a:cxn>
              <a:cxn ang="0">
                <a:pos x="98211" y="119145"/>
              </a:cxn>
              <a:cxn ang="0">
                <a:pos x="97234" y="107821"/>
              </a:cxn>
              <a:cxn ang="0">
                <a:pos x="102609" y="98467"/>
              </a:cxn>
              <a:cxn ang="0">
                <a:pos x="111892" y="93051"/>
              </a:cxn>
              <a:cxn ang="0">
                <a:pos x="123619" y="94036"/>
              </a:cxn>
              <a:cxn ang="0">
                <a:pos x="131437" y="101421"/>
              </a:cxn>
              <a:cxn ang="0">
                <a:pos x="134857" y="111760"/>
              </a:cxn>
              <a:cxn ang="0">
                <a:pos x="131437" y="122099"/>
              </a:cxn>
              <a:cxn ang="0">
                <a:pos x="123619" y="129484"/>
              </a:cxn>
              <a:cxn ang="0">
                <a:pos x="115801" y="130961"/>
              </a:cxn>
              <a:cxn ang="0">
                <a:pos x="16613" y="0"/>
              </a:cxn>
              <a:cxn ang="0">
                <a:pos x="5863" y="6400"/>
              </a:cxn>
              <a:cxn ang="0">
                <a:pos x="977" y="18216"/>
              </a:cxn>
              <a:cxn ang="0">
                <a:pos x="977" y="219089"/>
              </a:cxn>
              <a:cxn ang="0">
                <a:pos x="6352" y="229428"/>
              </a:cxn>
              <a:cxn ang="0">
                <a:pos x="16613" y="235336"/>
              </a:cxn>
              <a:cxn ang="0">
                <a:pos x="35669" y="282600"/>
              </a:cxn>
              <a:cxn ang="0">
                <a:pos x="37623" y="287031"/>
              </a:cxn>
              <a:cxn ang="0">
                <a:pos x="41532" y="288508"/>
              </a:cxn>
              <a:cxn ang="0">
                <a:pos x="111404" y="235336"/>
              </a:cxn>
              <a:cxn ang="0">
                <a:pos x="339097" y="234351"/>
              </a:cxn>
              <a:cxn ang="0">
                <a:pos x="347892" y="226474"/>
              </a:cxn>
              <a:cxn ang="0">
                <a:pos x="351312" y="214658"/>
              </a:cxn>
              <a:cxn ang="0">
                <a:pos x="349846" y="13293"/>
              </a:cxn>
              <a:cxn ang="0">
                <a:pos x="343006" y="3446"/>
              </a:cxn>
              <a:cxn ang="0">
                <a:pos x="330790" y="0"/>
              </a:cxn>
            </a:cxnLst>
            <a:pathLst>
              <a:path w="719" h="586">
                <a:moveTo>
                  <a:pt x="513" y="266"/>
                </a:moveTo>
                <a:lnTo>
                  <a:pt x="505" y="265"/>
                </a:lnTo>
                <a:lnTo>
                  <a:pt x="498" y="263"/>
                </a:lnTo>
                <a:lnTo>
                  <a:pt x="490" y="259"/>
                </a:lnTo>
                <a:lnTo>
                  <a:pt x="485" y="254"/>
                </a:lnTo>
                <a:lnTo>
                  <a:pt x="480" y="248"/>
                </a:lnTo>
                <a:lnTo>
                  <a:pt x="476" y="242"/>
                </a:lnTo>
                <a:lnTo>
                  <a:pt x="474" y="235"/>
                </a:lnTo>
                <a:lnTo>
                  <a:pt x="474" y="227"/>
                </a:lnTo>
                <a:lnTo>
                  <a:pt x="474" y="219"/>
                </a:lnTo>
                <a:lnTo>
                  <a:pt x="476" y="212"/>
                </a:lnTo>
                <a:lnTo>
                  <a:pt x="480" y="206"/>
                </a:lnTo>
                <a:lnTo>
                  <a:pt x="485" y="200"/>
                </a:lnTo>
                <a:lnTo>
                  <a:pt x="490" y="195"/>
                </a:lnTo>
                <a:lnTo>
                  <a:pt x="498" y="191"/>
                </a:lnTo>
                <a:lnTo>
                  <a:pt x="505" y="189"/>
                </a:lnTo>
                <a:lnTo>
                  <a:pt x="513" y="188"/>
                </a:lnTo>
                <a:lnTo>
                  <a:pt x="520" y="189"/>
                </a:lnTo>
                <a:lnTo>
                  <a:pt x="527" y="191"/>
                </a:lnTo>
                <a:lnTo>
                  <a:pt x="534" y="195"/>
                </a:lnTo>
                <a:lnTo>
                  <a:pt x="540" y="200"/>
                </a:lnTo>
                <a:lnTo>
                  <a:pt x="545" y="206"/>
                </a:lnTo>
                <a:lnTo>
                  <a:pt x="549" y="212"/>
                </a:lnTo>
                <a:lnTo>
                  <a:pt x="551" y="219"/>
                </a:lnTo>
                <a:lnTo>
                  <a:pt x="551" y="227"/>
                </a:lnTo>
                <a:lnTo>
                  <a:pt x="551" y="235"/>
                </a:lnTo>
                <a:lnTo>
                  <a:pt x="549" y="242"/>
                </a:lnTo>
                <a:lnTo>
                  <a:pt x="545" y="248"/>
                </a:lnTo>
                <a:lnTo>
                  <a:pt x="540" y="254"/>
                </a:lnTo>
                <a:lnTo>
                  <a:pt x="534" y="259"/>
                </a:lnTo>
                <a:lnTo>
                  <a:pt x="527" y="263"/>
                </a:lnTo>
                <a:lnTo>
                  <a:pt x="520" y="265"/>
                </a:lnTo>
                <a:lnTo>
                  <a:pt x="513" y="266"/>
                </a:lnTo>
                <a:lnTo>
                  <a:pt x="513" y="266"/>
                </a:lnTo>
                <a:close/>
                <a:moveTo>
                  <a:pt x="375" y="266"/>
                </a:moveTo>
                <a:lnTo>
                  <a:pt x="367" y="265"/>
                </a:lnTo>
                <a:lnTo>
                  <a:pt x="360" y="263"/>
                </a:lnTo>
                <a:lnTo>
                  <a:pt x="354" y="259"/>
                </a:lnTo>
                <a:lnTo>
                  <a:pt x="348" y="254"/>
                </a:lnTo>
                <a:lnTo>
                  <a:pt x="343" y="248"/>
                </a:lnTo>
                <a:lnTo>
                  <a:pt x="339" y="242"/>
                </a:lnTo>
                <a:lnTo>
                  <a:pt x="337" y="235"/>
                </a:lnTo>
                <a:lnTo>
                  <a:pt x="336" y="227"/>
                </a:lnTo>
                <a:lnTo>
                  <a:pt x="337" y="219"/>
                </a:lnTo>
                <a:lnTo>
                  <a:pt x="339" y="212"/>
                </a:lnTo>
                <a:lnTo>
                  <a:pt x="343" y="206"/>
                </a:lnTo>
                <a:lnTo>
                  <a:pt x="348" y="200"/>
                </a:lnTo>
                <a:lnTo>
                  <a:pt x="354" y="195"/>
                </a:lnTo>
                <a:lnTo>
                  <a:pt x="360" y="191"/>
                </a:lnTo>
                <a:lnTo>
                  <a:pt x="367" y="189"/>
                </a:lnTo>
                <a:lnTo>
                  <a:pt x="375" y="188"/>
                </a:lnTo>
                <a:lnTo>
                  <a:pt x="383" y="189"/>
                </a:lnTo>
                <a:lnTo>
                  <a:pt x="391" y="191"/>
                </a:lnTo>
                <a:lnTo>
                  <a:pt x="397" y="195"/>
                </a:lnTo>
                <a:lnTo>
                  <a:pt x="402" y="200"/>
                </a:lnTo>
                <a:lnTo>
                  <a:pt x="407" y="206"/>
                </a:lnTo>
                <a:lnTo>
                  <a:pt x="411" y="212"/>
                </a:lnTo>
                <a:lnTo>
                  <a:pt x="413" y="219"/>
                </a:lnTo>
                <a:lnTo>
                  <a:pt x="414" y="227"/>
                </a:lnTo>
                <a:lnTo>
                  <a:pt x="413" y="235"/>
                </a:lnTo>
                <a:lnTo>
                  <a:pt x="411" y="242"/>
                </a:lnTo>
                <a:lnTo>
                  <a:pt x="407" y="248"/>
                </a:lnTo>
                <a:lnTo>
                  <a:pt x="402" y="254"/>
                </a:lnTo>
                <a:lnTo>
                  <a:pt x="397" y="259"/>
                </a:lnTo>
                <a:lnTo>
                  <a:pt x="391" y="263"/>
                </a:lnTo>
                <a:lnTo>
                  <a:pt x="383" y="265"/>
                </a:lnTo>
                <a:lnTo>
                  <a:pt x="375" y="266"/>
                </a:lnTo>
                <a:lnTo>
                  <a:pt x="375" y="266"/>
                </a:lnTo>
                <a:close/>
                <a:moveTo>
                  <a:pt x="237" y="266"/>
                </a:moveTo>
                <a:lnTo>
                  <a:pt x="229" y="265"/>
                </a:lnTo>
                <a:lnTo>
                  <a:pt x="222" y="263"/>
                </a:lnTo>
                <a:lnTo>
                  <a:pt x="216" y="259"/>
                </a:lnTo>
                <a:lnTo>
                  <a:pt x="210" y="254"/>
                </a:lnTo>
                <a:lnTo>
                  <a:pt x="205" y="248"/>
                </a:lnTo>
                <a:lnTo>
                  <a:pt x="201" y="242"/>
                </a:lnTo>
                <a:lnTo>
                  <a:pt x="199" y="235"/>
                </a:lnTo>
                <a:lnTo>
                  <a:pt x="198" y="227"/>
                </a:lnTo>
                <a:lnTo>
                  <a:pt x="199" y="219"/>
                </a:lnTo>
                <a:lnTo>
                  <a:pt x="201" y="212"/>
                </a:lnTo>
                <a:lnTo>
                  <a:pt x="205" y="206"/>
                </a:lnTo>
                <a:lnTo>
                  <a:pt x="210" y="200"/>
                </a:lnTo>
                <a:lnTo>
                  <a:pt x="216" y="195"/>
                </a:lnTo>
                <a:lnTo>
                  <a:pt x="222" y="191"/>
                </a:lnTo>
                <a:lnTo>
                  <a:pt x="229" y="189"/>
                </a:lnTo>
                <a:lnTo>
                  <a:pt x="237" y="188"/>
                </a:lnTo>
                <a:lnTo>
                  <a:pt x="245" y="189"/>
                </a:lnTo>
                <a:lnTo>
                  <a:pt x="253" y="191"/>
                </a:lnTo>
                <a:lnTo>
                  <a:pt x="259" y="195"/>
                </a:lnTo>
                <a:lnTo>
                  <a:pt x="264" y="200"/>
                </a:lnTo>
                <a:lnTo>
                  <a:pt x="269" y="206"/>
                </a:lnTo>
                <a:lnTo>
                  <a:pt x="273" y="212"/>
                </a:lnTo>
                <a:lnTo>
                  <a:pt x="275" y="219"/>
                </a:lnTo>
                <a:lnTo>
                  <a:pt x="276" y="227"/>
                </a:lnTo>
                <a:lnTo>
                  <a:pt x="275" y="235"/>
                </a:lnTo>
                <a:lnTo>
                  <a:pt x="273" y="242"/>
                </a:lnTo>
                <a:lnTo>
                  <a:pt x="269" y="248"/>
                </a:lnTo>
                <a:lnTo>
                  <a:pt x="264" y="254"/>
                </a:lnTo>
                <a:lnTo>
                  <a:pt x="259" y="259"/>
                </a:lnTo>
                <a:lnTo>
                  <a:pt x="253" y="263"/>
                </a:lnTo>
                <a:lnTo>
                  <a:pt x="245" y="265"/>
                </a:lnTo>
                <a:lnTo>
                  <a:pt x="237" y="266"/>
                </a:lnTo>
                <a:lnTo>
                  <a:pt x="237" y="266"/>
                </a:lnTo>
                <a:close/>
                <a:moveTo>
                  <a:pt x="677" y="0"/>
                </a:moveTo>
                <a:lnTo>
                  <a:pt x="43" y="0"/>
                </a:lnTo>
                <a:lnTo>
                  <a:pt x="34" y="0"/>
                </a:lnTo>
                <a:lnTo>
                  <a:pt x="25" y="2"/>
                </a:lnTo>
                <a:lnTo>
                  <a:pt x="18" y="7"/>
                </a:lnTo>
                <a:lnTo>
                  <a:pt x="12" y="13"/>
                </a:lnTo>
                <a:lnTo>
                  <a:pt x="8" y="19"/>
                </a:lnTo>
                <a:lnTo>
                  <a:pt x="4" y="27"/>
                </a:lnTo>
                <a:lnTo>
                  <a:pt x="2" y="37"/>
                </a:lnTo>
                <a:lnTo>
                  <a:pt x="0" y="47"/>
                </a:lnTo>
                <a:lnTo>
                  <a:pt x="0" y="436"/>
                </a:lnTo>
                <a:lnTo>
                  <a:pt x="2" y="445"/>
                </a:lnTo>
                <a:lnTo>
                  <a:pt x="4" y="453"/>
                </a:lnTo>
                <a:lnTo>
                  <a:pt x="8" y="460"/>
                </a:lnTo>
                <a:lnTo>
                  <a:pt x="13" y="466"/>
                </a:lnTo>
                <a:lnTo>
                  <a:pt x="19" y="471"/>
                </a:lnTo>
                <a:lnTo>
                  <a:pt x="27" y="476"/>
                </a:lnTo>
                <a:lnTo>
                  <a:pt x="34" y="478"/>
                </a:lnTo>
                <a:lnTo>
                  <a:pt x="43" y="478"/>
                </a:lnTo>
                <a:lnTo>
                  <a:pt x="73" y="478"/>
                </a:lnTo>
                <a:lnTo>
                  <a:pt x="73" y="574"/>
                </a:lnTo>
                <a:lnTo>
                  <a:pt x="73" y="578"/>
                </a:lnTo>
                <a:lnTo>
                  <a:pt x="74" y="580"/>
                </a:lnTo>
                <a:lnTo>
                  <a:pt x="77" y="583"/>
                </a:lnTo>
                <a:lnTo>
                  <a:pt x="79" y="585"/>
                </a:lnTo>
                <a:lnTo>
                  <a:pt x="81" y="586"/>
                </a:lnTo>
                <a:lnTo>
                  <a:pt x="85" y="586"/>
                </a:lnTo>
                <a:lnTo>
                  <a:pt x="88" y="586"/>
                </a:lnTo>
                <a:lnTo>
                  <a:pt x="92" y="584"/>
                </a:lnTo>
                <a:lnTo>
                  <a:pt x="228" y="478"/>
                </a:lnTo>
                <a:lnTo>
                  <a:pt x="677" y="478"/>
                </a:lnTo>
                <a:lnTo>
                  <a:pt x="686" y="478"/>
                </a:lnTo>
                <a:lnTo>
                  <a:pt x="694" y="476"/>
                </a:lnTo>
                <a:lnTo>
                  <a:pt x="701" y="471"/>
                </a:lnTo>
                <a:lnTo>
                  <a:pt x="707" y="466"/>
                </a:lnTo>
                <a:lnTo>
                  <a:pt x="712" y="460"/>
                </a:lnTo>
                <a:lnTo>
                  <a:pt x="716" y="453"/>
                </a:lnTo>
                <a:lnTo>
                  <a:pt x="719" y="445"/>
                </a:lnTo>
                <a:lnTo>
                  <a:pt x="719" y="436"/>
                </a:lnTo>
                <a:lnTo>
                  <a:pt x="719" y="47"/>
                </a:lnTo>
                <a:lnTo>
                  <a:pt x="719" y="37"/>
                </a:lnTo>
                <a:lnTo>
                  <a:pt x="716" y="27"/>
                </a:lnTo>
                <a:lnTo>
                  <a:pt x="713" y="19"/>
                </a:lnTo>
                <a:lnTo>
                  <a:pt x="708" y="12"/>
                </a:lnTo>
                <a:lnTo>
                  <a:pt x="702" y="7"/>
                </a:lnTo>
                <a:lnTo>
                  <a:pt x="695" y="2"/>
                </a:lnTo>
                <a:lnTo>
                  <a:pt x="687" y="0"/>
                </a:lnTo>
                <a:lnTo>
                  <a:pt x="677" y="0"/>
                </a:lnTo>
                <a:close/>
              </a:path>
            </a:pathLst>
          </a:custGeom>
          <a:solidFill>
            <a:srgbClr val="B8E6DC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7428" name="Freeform 2890"/>
          <p:cNvSpPr>
            <a:spLocks noEditPoints="1"/>
          </p:cNvSpPr>
          <p:nvPr/>
        </p:nvSpPr>
        <p:spPr>
          <a:xfrm flipH="1">
            <a:off x="8723313" y="2169160"/>
            <a:ext cx="350837" cy="287338"/>
          </a:xfrm>
          <a:custGeom>
            <a:avLst/>
            <a:gdLst/>
            <a:ahLst/>
            <a:cxnLst>
              <a:cxn ang="0">
                <a:pos x="243329" y="129484"/>
              </a:cxn>
              <a:cxn ang="0">
                <a:pos x="234534" y="122099"/>
              </a:cxn>
              <a:cxn ang="0">
                <a:pos x="231602" y="111760"/>
              </a:cxn>
              <a:cxn ang="0">
                <a:pos x="234534" y="101421"/>
              </a:cxn>
              <a:cxn ang="0">
                <a:pos x="243329" y="94036"/>
              </a:cxn>
              <a:cxn ang="0">
                <a:pos x="254078" y="93051"/>
              </a:cxn>
              <a:cxn ang="0">
                <a:pos x="263850" y="98467"/>
              </a:cxn>
              <a:cxn ang="0">
                <a:pos x="269225" y="107821"/>
              </a:cxn>
              <a:cxn ang="0">
                <a:pos x="268248" y="119145"/>
              </a:cxn>
              <a:cxn ang="0">
                <a:pos x="260919" y="127515"/>
              </a:cxn>
              <a:cxn ang="0">
                <a:pos x="250658" y="130961"/>
              </a:cxn>
              <a:cxn ang="0">
                <a:pos x="179321" y="130469"/>
              </a:cxn>
              <a:cxn ang="0">
                <a:pos x="170037" y="125053"/>
              </a:cxn>
              <a:cxn ang="0">
                <a:pos x="164662" y="115699"/>
              </a:cxn>
              <a:cxn ang="0">
                <a:pos x="165639" y="104375"/>
              </a:cxn>
              <a:cxn ang="0">
                <a:pos x="172969" y="96005"/>
              </a:cxn>
              <a:cxn ang="0">
                <a:pos x="183229" y="92559"/>
              </a:cxn>
              <a:cxn ang="0">
                <a:pos x="193979" y="96005"/>
              </a:cxn>
              <a:cxn ang="0">
                <a:pos x="200820" y="104375"/>
              </a:cxn>
              <a:cxn ang="0">
                <a:pos x="201797" y="115699"/>
              </a:cxn>
              <a:cxn ang="0">
                <a:pos x="196422" y="125053"/>
              </a:cxn>
              <a:cxn ang="0">
                <a:pos x="187138" y="130469"/>
              </a:cxn>
              <a:cxn ang="0">
                <a:pos x="115801" y="130961"/>
              </a:cxn>
              <a:cxn ang="0">
                <a:pos x="105540" y="127515"/>
              </a:cxn>
              <a:cxn ang="0">
                <a:pos x="98211" y="119145"/>
              </a:cxn>
              <a:cxn ang="0">
                <a:pos x="97234" y="107821"/>
              </a:cxn>
              <a:cxn ang="0">
                <a:pos x="102609" y="98467"/>
              </a:cxn>
              <a:cxn ang="0">
                <a:pos x="111892" y="93051"/>
              </a:cxn>
              <a:cxn ang="0">
                <a:pos x="123619" y="94036"/>
              </a:cxn>
              <a:cxn ang="0">
                <a:pos x="131437" y="101421"/>
              </a:cxn>
              <a:cxn ang="0">
                <a:pos x="134857" y="111760"/>
              </a:cxn>
              <a:cxn ang="0">
                <a:pos x="131437" y="122099"/>
              </a:cxn>
              <a:cxn ang="0">
                <a:pos x="123619" y="129484"/>
              </a:cxn>
              <a:cxn ang="0">
                <a:pos x="115801" y="130961"/>
              </a:cxn>
              <a:cxn ang="0">
                <a:pos x="16613" y="0"/>
              </a:cxn>
              <a:cxn ang="0">
                <a:pos x="5863" y="6400"/>
              </a:cxn>
              <a:cxn ang="0">
                <a:pos x="977" y="18216"/>
              </a:cxn>
              <a:cxn ang="0">
                <a:pos x="977" y="219089"/>
              </a:cxn>
              <a:cxn ang="0">
                <a:pos x="6352" y="229428"/>
              </a:cxn>
              <a:cxn ang="0">
                <a:pos x="16613" y="235336"/>
              </a:cxn>
              <a:cxn ang="0">
                <a:pos x="35669" y="282600"/>
              </a:cxn>
              <a:cxn ang="0">
                <a:pos x="37623" y="287031"/>
              </a:cxn>
              <a:cxn ang="0">
                <a:pos x="41532" y="288508"/>
              </a:cxn>
              <a:cxn ang="0">
                <a:pos x="111404" y="235336"/>
              </a:cxn>
              <a:cxn ang="0">
                <a:pos x="339097" y="234351"/>
              </a:cxn>
              <a:cxn ang="0">
                <a:pos x="347892" y="226474"/>
              </a:cxn>
              <a:cxn ang="0">
                <a:pos x="351312" y="214658"/>
              </a:cxn>
              <a:cxn ang="0">
                <a:pos x="349846" y="13293"/>
              </a:cxn>
              <a:cxn ang="0">
                <a:pos x="343006" y="3446"/>
              </a:cxn>
              <a:cxn ang="0">
                <a:pos x="330790" y="0"/>
              </a:cxn>
            </a:cxnLst>
            <a:pathLst>
              <a:path w="719" h="586">
                <a:moveTo>
                  <a:pt x="513" y="266"/>
                </a:moveTo>
                <a:lnTo>
                  <a:pt x="505" y="265"/>
                </a:lnTo>
                <a:lnTo>
                  <a:pt x="498" y="263"/>
                </a:lnTo>
                <a:lnTo>
                  <a:pt x="490" y="259"/>
                </a:lnTo>
                <a:lnTo>
                  <a:pt x="485" y="254"/>
                </a:lnTo>
                <a:lnTo>
                  <a:pt x="480" y="248"/>
                </a:lnTo>
                <a:lnTo>
                  <a:pt x="476" y="242"/>
                </a:lnTo>
                <a:lnTo>
                  <a:pt x="474" y="235"/>
                </a:lnTo>
                <a:lnTo>
                  <a:pt x="474" y="227"/>
                </a:lnTo>
                <a:lnTo>
                  <a:pt x="474" y="219"/>
                </a:lnTo>
                <a:lnTo>
                  <a:pt x="476" y="212"/>
                </a:lnTo>
                <a:lnTo>
                  <a:pt x="480" y="206"/>
                </a:lnTo>
                <a:lnTo>
                  <a:pt x="485" y="200"/>
                </a:lnTo>
                <a:lnTo>
                  <a:pt x="490" y="195"/>
                </a:lnTo>
                <a:lnTo>
                  <a:pt x="498" y="191"/>
                </a:lnTo>
                <a:lnTo>
                  <a:pt x="505" y="189"/>
                </a:lnTo>
                <a:lnTo>
                  <a:pt x="513" y="188"/>
                </a:lnTo>
                <a:lnTo>
                  <a:pt x="520" y="189"/>
                </a:lnTo>
                <a:lnTo>
                  <a:pt x="527" y="191"/>
                </a:lnTo>
                <a:lnTo>
                  <a:pt x="534" y="195"/>
                </a:lnTo>
                <a:lnTo>
                  <a:pt x="540" y="200"/>
                </a:lnTo>
                <a:lnTo>
                  <a:pt x="545" y="206"/>
                </a:lnTo>
                <a:lnTo>
                  <a:pt x="549" y="212"/>
                </a:lnTo>
                <a:lnTo>
                  <a:pt x="551" y="219"/>
                </a:lnTo>
                <a:lnTo>
                  <a:pt x="551" y="227"/>
                </a:lnTo>
                <a:lnTo>
                  <a:pt x="551" y="235"/>
                </a:lnTo>
                <a:lnTo>
                  <a:pt x="549" y="242"/>
                </a:lnTo>
                <a:lnTo>
                  <a:pt x="545" y="248"/>
                </a:lnTo>
                <a:lnTo>
                  <a:pt x="540" y="254"/>
                </a:lnTo>
                <a:lnTo>
                  <a:pt x="534" y="259"/>
                </a:lnTo>
                <a:lnTo>
                  <a:pt x="527" y="263"/>
                </a:lnTo>
                <a:lnTo>
                  <a:pt x="520" y="265"/>
                </a:lnTo>
                <a:lnTo>
                  <a:pt x="513" y="266"/>
                </a:lnTo>
                <a:lnTo>
                  <a:pt x="513" y="266"/>
                </a:lnTo>
                <a:close/>
                <a:moveTo>
                  <a:pt x="375" y="266"/>
                </a:moveTo>
                <a:lnTo>
                  <a:pt x="367" y="265"/>
                </a:lnTo>
                <a:lnTo>
                  <a:pt x="360" y="263"/>
                </a:lnTo>
                <a:lnTo>
                  <a:pt x="354" y="259"/>
                </a:lnTo>
                <a:lnTo>
                  <a:pt x="348" y="254"/>
                </a:lnTo>
                <a:lnTo>
                  <a:pt x="343" y="248"/>
                </a:lnTo>
                <a:lnTo>
                  <a:pt x="339" y="242"/>
                </a:lnTo>
                <a:lnTo>
                  <a:pt x="337" y="235"/>
                </a:lnTo>
                <a:lnTo>
                  <a:pt x="336" y="227"/>
                </a:lnTo>
                <a:lnTo>
                  <a:pt x="337" y="219"/>
                </a:lnTo>
                <a:lnTo>
                  <a:pt x="339" y="212"/>
                </a:lnTo>
                <a:lnTo>
                  <a:pt x="343" y="206"/>
                </a:lnTo>
                <a:lnTo>
                  <a:pt x="348" y="200"/>
                </a:lnTo>
                <a:lnTo>
                  <a:pt x="354" y="195"/>
                </a:lnTo>
                <a:lnTo>
                  <a:pt x="360" y="191"/>
                </a:lnTo>
                <a:lnTo>
                  <a:pt x="367" y="189"/>
                </a:lnTo>
                <a:lnTo>
                  <a:pt x="375" y="188"/>
                </a:lnTo>
                <a:lnTo>
                  <a:pt x="383" y="189"/>
                </a:lnTo>
                <a:lnTo>
                  <a:pt x="391" y="191"/>
                </a:lnTo>
                <a:lnTo>
                  <a:pt x="397" y="195"/>
                </a:lnTo>
                <a:lnTo>
                  <a:pt x="402" y="200"/>
                </a:lnTo>
                <a:lnTo>
                  <a:pt x="407" y="206"/>
                </a:lnTo>
                <a:lnTo>
                  <a:pt x="411" y="212"/>
                </a:lnTo>
                <a:lnTo>
                  <a:pt x="413" y="219"/>
                </a:lnTo>
                <a:lnTo>
                  <a:pt x="414" y="227"/>
                </a:lnTo>
                <a:lnTo>
                  <a:pt x="413" y="235"/>
                </a:lnTo>
                <a:lnTo>
                  <a:pt x="411" y="242"/>
                </a:lnTo>
                <a:lnTo>
                  <a:pt x="407" y="248"/>
                </a:lnTo>
                <a:lnTo>
                  <a:pt x="402" y="254"/>
                </a:lnTo>
                <a:lnTo>
                  <a:pt x="397" y="259"/>
                </a:lnTo>
                <a:lnTo>
                  <a:pt x="391" y="263"/>
                </a:lnTo>
                <a:lnTo>
                  <a:pt x="383" y="265"/>
                </a:lnTo>
                <a:lnTo>
                  <a:pt x="375" y="266"/>
                </a:lnTo>
                <a:lnTo>
                  <a:pt x="375" y="266"/>
                </a:lnTo>
                <a:close/>
                <a:moveTo>
                  <a:pt x="237" y="266"/>
                </a:moveTo>
                <a:lnTo>
                  <a:pt x="229" y="265"/>
                </a:lnTo>
                <a:lnTo>
                  <a:pt x="222" y="263"/>
                </a:lnTo>
                <a:lnTo>
                  <a:pt x="216" y="259"/>
                </a:lnTo>
                <a:lnTo>
                  <a:pt x="210" y="254"/>
                </a:lnTo>
                <a:lnTo>
                  <a:pt x="205" y="248"/>
                </a:lnTo>
                <a:lnTo>
                  <a:pt x="201" y="242"/>
                </a:lnTo>
                <a:lnTo>
                  <a:pt x="199" y="235"/>
                </a:lnTo>
                <a:lnTo>
                  <a:pt x="198" y="227"/>
                </a:lnTo>
                <a:lnTo>
                  <a:pt x="199" y="219"/>
                </a:lnTo>
                <a:lnTo>
                  <a:pt x="201" y="212"/>
                </a:lnTo>
                <a:lnTo>
                  <a:pt x="205" y="206"/>
                </a:lnTo>
                <a:lnTo>
                  <a:pt x="210" y="200"/>
                </a:lnTo>
                <a:lnTo>
                  <a:pt x="216" y="195"/>
                </a:lnTo>
                <a:lnTo>
                  <a:pt x="222" y="191"/>
                </a:lnTo>
                <a:lnTo>
                  <a:pt x="229" y="189"/>
                </a:lnTo>
                <a:lnTo>
                  <a:pt x="237" y="188"/>
                </a:lnTo>
                <a:lnTo>
                  <a:pt x="245" y="189"/>
                </a:lnTo>
                <a:lnTo>
                  <a:pt x="253" y="191"/>
                </a:lnTo>
                <a:lnTo>
                  <a:pt x="259" y="195"/>
                </a:lnTo>
                <a:lnTo>
                  <a:pt x="264" y="200"/>
                </a:lnTo>
                <a:lnTo>
                  <a:pt x="269" y="206"/>
                </a:lnTo>
                <a:lnTo>
                  <a:pt x="273" y="212"/>
                </a:lnTo>
                <a:lnTo>
                  <a:pt x="275" y="219"/>
                </a:lnTo>
                <a:lnTo>
                  <a:pt x="276" y="227"/>
                </a:lnTo>
                <a:lnTo>
                  <a:pt x="275" y="235"/>
                </a:lnTo>
                <a:lnTo>
                  <a:pt x="273" y="242"/>
                </a:lnTo>
                <a:lnTo>
                  <a:pt x="269" y="248"/>
                </a:lnTo>
                <a:lnTo>
                  <a:pt x="264" y="254"/>
                </a:lnTo>
                <a:lnTo>
                  <a:pt x="259" y="259"/>
                </a:lnTo>
                <a:lnTo>
                  <a:pt x="253" y="263"/>
                </a:lnTo>
                <a:lnTo>
                  <a:pt x="245" y="265"/>
                </a:lnTo>
                <a:lnTo>
                  <a:pt x="237" y="266"/>
                </a:lnTo>
                <a:lnTo>
                  <a:pt x="237" y="266"/>
                </a:lnTo>
                <a:close/>
                <a:moveTo>
                  <a:pt x="677" y="0"/>
                </a:moveTo>
                <a:lnTo>
                  <a:pt x="43" y="0"/>
                </a:lnTo>
                <a:lnTo>
                  <a:pt x="34" y="0"/>
                </a:lnTo>
                <a:lnTo>
                  <a:pt x="25" y="2"/>
                </a:lnTo>
                <a:lnTo>
                  <a:pt x="18" y="7"/>
                </a:lnTo>
                <a:lnTo>
                  <a:pt x="12" y="13"/>
                </a:lnTo>
                <a:lnTo>
                  <a:pt x="8" y="19"/>
                </a:lnTo>
                <a:lnTo>
                  <a:pt x="4" y="27"/>
                </a:lnTo>
                <a:lnTo>
                  <a:pt x="2" y="37"/>
                </a:lnTo>
                <a:lnTo>
                  <a:pt x="0" y="47"/>
                </a:lnTo>
                <a:lnTo>
                  <a:pt x="0" y="436"/>
                </a:lnTo>
                <a:lnTo>
                  <a:pt x="2" y="445"/>
                </a:lnTo>
                <a:lnTo>
                  <a:pt x="4" y="453"/>
                </a:lnTo>
                <a:lnTo>
                  <a:pt x="8" y="460"/>
                </a:lnTo>
                <a:lnTo>
                  <a:pt x="13" y="466"/>
                </a:lnTo>
                <a:lnTo>
                  <a:pt x="19" y="471"/>
                </a:lnTo>
                <a:lnTo>
                  <a:pt x="27" y="476"/>
                </a:lnTo>
                <a:lnTo>
                  <a:pt x="34" y="478"/>
                </a:lnTo>
                <a:lnTo>
                  <a:pt x="43" y="478"/>
                </a:lnTo>
                <a:lnTo>
                  <a:pt x="73" y="478"/>
                </a:lnTo>
                <a:lnTo>
                  <a:pt x="73" y="574"/>
                </a:lnTo>
                <a:lnTo>
                  <a:pt x="73" y="578"/>
                </a:lnTo>
                <a:lnTo>
                  <a:pt x="74" y="580"/>
                </a:lnTo>
                <a:lnTo>
                  <a:pt x="77" y="583"/>
                </a:lnTo>
                <a:lnTo>
                  <a:pt x="79" y="585"/>
                </a:lnTo>
                <a:lnTo>
                  <a:pt x="81" y="586"/>
                </a:lnTo>
                <a:lnTo>
                  <a:pt x="85" y="586"/>
                </a:lnTo>
                <a:lnTo>
                  <a:pt x="88" y="586"/>
                </a:lnTo>
                <a:lnTo>
                  <a:pt x="92" y="584"/>
                </a:lnTo>
                <a:lnTo>
                  <a:pt x="228" y="478"/>
                </a:lnTo>
                <a:lnTo>
                  <a:pt x="677" y="478"/>
                </a:lnTo>
                <a:lnTo>
                  <a:pt x="686" y="478"/>
                </a:lnTo>
                <a:lnTo>
                  <a:pt x="694" y="476"/>
                </a:lnTo>
                <a:lnTo>
                  <a:pt x="701" y="471"/>
                </a:lnTo>
                <a:lnTo>
                  <a:pt x="707" y="466"/>
                </a:lnTo>
                <a:lnTo>
                  <a:pt x="712" y="460"/>
                </a:lnTo>
                <a:lnTo>
                  <a:pt x="716" y="453"/>
                </a:lnTo>
                <a:lnTo>
                  <a:pt x="719" y="445"/>
                </a:lnTo>
                <a:lnTo>
                  <a:pt x="719" y="436"/>
                </a:lnTo>
                <a:lnTo>
                  <a:pt x="719" y="47"/>
                </a:lnTo>
                <a:lnTo>
                  <a:pt x="719" y="37"/>
                </a:lnTo>
                <a:lnTo>
                  <a:pt x="716" y="27"/>
                </a:lnTo>
                <a:lnTo>
                  <a:pt x="713" y="19"/>
                </a:lnTo>
                <a:lnTo>
                  <a:pt x="708" y="12"/>
                </a:lnTo>
                <a:lnTo>
                  <a:pt x="702" y="7"/>
                </a:lnTo>
                <a:lnTo>
                  <a:pt x="695" y="2"/>
                </a:lnTo>
                <a:lnTo>
                  <a:pt x="687" y="0"/>
                </a:lnTo>
                <a:lnTo>
                  <a:pt x="677" y="0"/>
                </a:lnTo>
                <a:close/>
              </a:path>
            </a:pathLst>
          </a:custGeom>
          <a:solidFill>
            <a:srgbClr val="B8E6DC"/>
          </a:solidFill>
          <a:ln w="9525">
            <a:noFill/>
          </a:ln>
        </p:spPr>
        <p:txBody>
          <a:bodyPr/>
          <a:p>
            <a:endParaRPr lang="en-US"/>
          </a:p>
        </p:txBody>
      </p:sp>
      <p:grpSp>
        <p:nvGrpSpPr>
          <p:cNvPr id="17429" name="组合 53"/>
          <p:cNvGrpSpPr/>
          <p:nvPr/>
        </p:nvGrpSpPr>
        <p:grpSpPr>
          <a:xfrm>
            <a:off x="774382" y="3605848"/>
            <a:ext cx="2338387" cy="1347661"/>
            <a:chOff x="951996" y="4491080"/>
            <a:chExt cx="2338080" cy="1347525"/>
          </a:xfrm>
        </p:grpSpPr>
        <p:sp>
          <p:nvSpPr>
            <p:cNvPr id="17430" name="TextBox 13"/>
            <p:cNvSpPr txBox="1"/>
            <p:nvPr/>
          </p:nvSpPr>
          <p:spPr>
            <a:xfrm>
              <a:off x="951996" y="4491080"/>
              <a:ext cx="2338080" cy="24572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Real-time Translation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31" name="TextBox 13"/>
            <p:cNvSpPr txBox="1"/>
            <p:nvPr/>
          </p:nvSpPr>
          <p:spPr>
            <a:xfrm>
              <a:off x="1354242" y="5100174"/>
              <a:ext cx="1384263" cy="73843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for Text, Voice, and Video Calls.</a:t>
              </a:r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432" name="组合 56"/>
          <p:cNvGrpSpPr/>
          <p:nvPr/>
        </p:nvGrpSpPr>
        <p:grpSpPr>
          <a:xfrm>
            <a:off x="2797493" y="3605848"/>
            <a:ext cx="2338387" cy="1649095"/>
            <a:chOff x="1098662" y="4491080"/>
            <a:chExt cx="2338080" cy="1648929"/>
          </a:xfrm>
        </p:grpSpPr>
        <p:sp>
          <p:nvSpPr>
            <p:cNvPr id="17433" name="TextBox 13"/>
            <p:cNvSpPr txBox="1"/>
            <p:nvPr/>
          </p:nvSpPr>
          <p:spPr>
            <a:xfrm>
              <a:off x="1098662" y="4491080"/>
              <a:ext cx="2338080" cy="60890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Language </a:t>
              </a:r>
              <a:endPara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  <a:p>
              <a:pPr algn="ctr" defTabSz="1216025">
                <a:spcBef>
                  <a:spcPct val="200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Selection</a:t>
              </a:r>
              <a:endPara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34" name="TextBox 13"/>
            <p:cNvSpPr txBox="1"/>
            <p:nvPr/>
          </p:nvSpPr>
          <p:spPr>
            <a:xfrm>
              <a:off x="1396439" y="5155223"/>
              <a:ext cx="1864115" cy="9847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Users can choose their preferred language for translation.</a:t>
              </a:r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435" name="组合 59"/>
          <p:cNvGrpSpPr/>
          <p:nvPr/>
        </p:nvGrpSpPr>
        <p:grpSpPr>
          <a:xfrm>
            <a:off x="4859338" y="3605848"/>
            <a:ext cx="2338387" cy="1649095"/>
            <a:chOff x="1284058" y="4491080"/>
            <a:chExt cx="2338080" cy="1648929"/>
          </a:xfrm>
        </p:grpSpPr>
        <p:sp>
          <p:nvSpPr>
            <p:cNvPr id="17436" name="TextBox 13"/>
            <p:cNvSpPr txBox="1"/>
            <p:nvPr/>
          </p:nvSpPr>
          <p:spPr>
            <a:xfrm>
              <a:off x="1284058" y="4491080"/>
              <a:ext cx="2338080" cy="61525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Multilingual Chat Rooms</a:t>
              </a:r>
              <a:endPara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37" name="TextBox 13"/>
            <p:cNvSpPr txBox="1"/>
            <p:nvPr/>
          </p:nvSpPr>
          <p:spPr>
            <a:xfrm>
              <a:off x="1599611" y="5155223"/>
              <a:ext cx="1874909" cy="9847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Chat in groups with automatic language adaptation for all participants</a:t>
              </a:r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438" name="组合 62"/>
          <p:cNvGrpSpPr/>
          <p:nvPr/>
        </p:nvGrpSpPr>
        <p:grpSpPr>
          <a:xfrm>
            <a:off x="6868160" y="3605848"/>
            <a:ext cx="2338388" cy="1649095"/>
            <a:chOff x="1284058" y="4491080"/>
            <a:chExt cx="2338080" cy="1648929"/>
          </a:xfrm>
        </p:grpSpPr>
        <p:sp>
          <p:nvSpPr>
            <p:cNvPr id="17439" name="TextBox 13"/>
            <p:cNvSpPr txBox="1"/>
            <p:nvPr/>
          </p:nvSpPr>
          <p:spPr>
            <a:xfrm>
              <a:off x="1284058" y="4491080"/>
              <a:ext cx="2338080" cy="49207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Seamless User Experience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40" name="TextBox 13"/>
            <p:cNvSpPr txBox="1"/>
            <p:nvPr/>
          </p:nvSpPr>
          <p:spPr>
            <a:xfrm>
              <a:off x="1613580" y="5155223"/>
              <a:ext cx="1807607" cy="9847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 Integration of translation without interrupting the flow of conversation.</a:t>
              </a:r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441" name="组合 65"/>
          <p:cNvGrpSpPr/>
          <p:nvPr/>
        </p:nvGrpSpPr>
        <p:grpSpPr>
          <a:xfrm>
            <a:off x="8723313" y="3605848"/>
            <a:ext cx="2338705" cy="1649095"/>
            <a:chOff x="1284058" y="4491080"/>
            <a:chExt cx="2338398" cy="1648929"/>
          </a:xfrm>
        </p:grpSpPr>
        <p:sp>
          <p:nvSpPr>
            <p:cNvPr id="17442" name="TextBox 13"/>
            <p:cNvSpPr txBox="1"/>
            <p:nvPr/>
          </p:nvSpPr>
          <p:spPr>
            <a:xfrm>
              <a:off x="1284058" y="4491080"/>
              <a:ext cx="2338080" cy="49207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Voice and Video Call Translation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43" name="TextBox 13"/>
            <p:cNvSpPr txBox="1"/>
            <p:nvPr/>
          </p:nvSpPr>
          <p:spPr>
            <a:xfrm>
              <a:off x="1666913" y="5155223"/>
              <a:ext cx="1955543" cy="9847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 defTabSz="1216025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sym typeface="Arial" panose="020B0604020202020204" pitchFamily="34" charset="0"/>
                </a:rPr>
                <a:t>Facilitates calls across languages, making cross-border conversations easy.</a:t>
              </a:r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434" name="文本框 34"/>
          <p:cNvSpPr txBox="1"/>
          <p:nvPr/>
        </p:nvSpPr>
        <p:spPr>
          <a:xfrm>
            <a:off x="5768181" y="3848100"/>
            <a:ext cx="4060190" cy="1753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How It Works &amp;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Technology Stack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ctr"/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7" name="文本框 38"/>
          <p:cNvSpPr txBox="1"/>
          <p:nvPr/>
        </p:nvSpPr>
        <p:spPr>
          <a:xfrm>
            <a:off x="6013450" y="3316288"/>
            <a:ext cx="2411413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THREE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5" name="图片 35"/>
          <p:cNvPicPr>
            <a:picLocks noChangeAspect="1"/>
          </p:cNvPicPr>
          <p:nvPr/>
        </p:nvPicPr>
        <p:blipFill>
          <a:blip r:embed="rId1"/>
          <a:srcRect l="17537" r="17503" b="6429"/>
          <a:stretch>
            <a:fillRect/>
          </a:stretch>
        </p:blipFill>
        <p:spPr>
          <a:xfrm>
            <a:off x="6321425" y="1058863"/>
            <a:ext cx="2479675" cy="2527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6" name="图片 33"/>
          <p:cNvPicPr>
            <a:picLocks noChangeAspect="1"/>
          </p:cNvPicPr>
          <p:nvPr/>
        </p:nvPicPr>
        <p:blipFill>
          <a:blip r:embed="rId2"/>
          <a:srcRect l="14879" r="19913"/>
          <a:stretch>
            <a:fillRect/>
          </a:stretch>
        </p:blipFill>
        <p:spPr>
          <a:xfrm>
            <a:off x="8807450" y="3552825"/>
            <a:ext cx="2497138" cy="250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7" name="图片 32"/>
          <p:cNvPicPr>
            <a:picLocks noChangeAspect="1"/>
          </p:cNvPicPr>
          <p:nvPr/>
        </p:nvPicPr>
        <p:blipFill>
          <a:blip r:embed="rId3"/>
          <a:srcRect l="4443" r="22621"/>
          <a:stretch>
            <a:fillRect/>
          </a:stretch>
        </p:blipFill>
        <p:spPr>
          <a:xfrm>
            <a:off x="6305550" y="3575050"/>
            <a:ext cx="2501900" cy="2514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1508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511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Rectangle 3@|1FFC:4308095|FBC:16777215|LFC:16777215|LBC:16777215"/>
          <p:cNvSpPr/>
          <p:nvPr/>
        </p:nvSpPr>
        <p:spPr>
          <a:xfrm>
            <a:off x="1002030" y="2555875"/>
            <a:ext cx="4624388" cy="36513"/>
          </a:xfrm>
          <a:prstGeom prst="rect">
            <a:avLst/>
          </a:prstGeom>
          <a:solidFill>
            <a:srgbClr val="3EB19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0" name="Rectangle 4@|1FFC:4308095|FBC:16777215|LFC:16777215|LBC:16777215"/>
          <p:cNvSpPr/>
          <p:nvPr/>
        </p:nvSpPr>
        <p:spPr>
          <a:xfrm>
            <a:off x="4688205" y="1545273"/>
            <a:ext cx="938213" cy="938213"/>
          </a:xfrm>
          <a:prstGeom prst="rect">
            <a:avLst/>
          </a:prstGeom>
          <a:solidFill>
            <a:srgbClr val="3EB19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1" name="Rectangle 46@|1FFC:1554685|FBC:16777215|LFC:16777215|LBC:16777215"/>
          <p:cNvSpPr/>
          <p:nvPr/>
        </p:nvSpPr>
        <p:spPr>
          <a:xfrm>
            <a:off x="952500" y="4210050"/>
            <a:ext cx="4624388" cy="36513"/>
          </a:xfrm>
          <a:prstGeom prst="rect">
            <a:avLst/>
          </a:prstGeom>
          <a:solidFill>
            <a:srgbClr val="2B7D6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2" name="Rectangle 47@|1FFC:1554685|FBC:16777215|LFC:16777215|LBC:16777215"/>
          <p:cNvSpPr/>
          <p:nvPr/>
        </p:nvSpPr>
        <p:spPr>
          <a:xfrm>
            <a:off x="4638675" y="3282950"/>
            <a:ext cx="938213" cy="936625"/>
          </a:xfrm>
          <a:prstGeom prst="rect">
            <a:avLst/>
          </a:prstGeom>
          <a:solidFill>
            <a:srgbClr val="2B7D6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5" name="Rectangle 56@|1FFC:2381804|FBC:16777215|LFC:16777215|LBC:16777215"/>
          <p:cNvSpPr/>
          <p:nvPr/>
        </p:nvSpPr>
        <p:spPr>
          <a:xfrm>
            <a:off x="952500" y="6027738"/>
            <a:ext cx="4624388" cy="36513"/>
          </a:xfrm>
          <a:prstGeom prst="rect">
            <a:avLst/>
          </a:prstGeom>
          <a:solidFill>
            <a:srgbClr val="74CEB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6" name="Rectangle 57@|1FFC:2381804|FBC:16777215|LFC:16777215|LBC:16777215"/>
          <p:cNvSpPr/>
          <p:nvPr/>
        </p:nvSpPr>
        <p:spPr>
          <a:xfrm>
            <a:off x="4638675" y="5099050"/>
            <a:ext cx="938213" cy="938213"/>
          </a:xfrm>
          <a:prstGeom prst="rect">
            <a:avLst/>
          </a:prstGeom>
          <a:solidFill>
            <a:srgbClr val="74CEB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7" name="Freeform 139"/>
          <p:cNvSpPr>
            <a:spLocks noChangeAspect="1" noEditPoints="1"/>
          </p:cNvSpPr>
          <p:nvPr/>
        </p:nvSpPr>
        <p:spPr bwMode="auto">
          <a:xfrm>
            <a:off x="4892675" y="1758315"/>
            <a:ext cx="563563" cy="561975"/>
          </a:xfrm>
          <a:custGeom>
            <a:avLst/>
            <a:gdLst/>
            <a:ahLst/>
            <a:cxnLst>
              <a:cxn ang="0">
                <a:pos x="68" y="34"/>
              </a:cxn>
              <a:cxn ang="0">
                <a:pos x="34" y="68"/>
              </a:cxn>
              <a:cxn ang="0">
                <a:pos x="0" y="34"/>
              </a:cxn>
              <a:cxn ang="0">
                <a:pos x="34" y="0"/>
              </a:cxn>
              <a:cxn ang="0">
                <a:pos x="68" y="34"/>
              </a:cxn>
              <a:cxn ang="0">
                <a:pos x="66" y="34"/>
              </a:cxn>
              <a:cxn ang="0">
                <a:pos x="34" y="1"/>
              </a:cxn>
              <a:cxn ang="0">
                <a:pos x="1" y="34"/>
              </a:cxn>
              <a:cxn ang="0">
                <a:pos x="34" y="66"/>
              </a:cxn>
              <a:cxn ang="0">
                <a:pos x="66" y="34"/>
              </a:cxn>
              <a:cxn ang="0">
                <a:pos x="7" y="22"/>
              </a:cxn>
              <a:cxn ang="0">
                <a:pos x="21" y="60"/>
              </a:cxn>
              <a:cxn ang="0">
                <a:pos x="5" y="34"/>
              </a:cxn>
              <a:cxn ang="0">
                <a:pos x="7" y="22"/>
              </a:cxn>
              <a:cxn ang="0">
                <a:pos x="51" y="42"/>
              </a:cxn>
              <a:cxn ang="0">
                <a:pos x="48" y="51"/>
              </a:cxn>
              <a:cxn ang="0">
                <a:pos x="38" y="20"/>
              </a:cxn>
              <a:cxn ang="0">
                <a:pos x="41" y="20"/>
              </a:cxn>
              <a:cxn ang="0">
                <a:pos x="41" y="17"/>
              </a:cxn>
              <a:cxn ang="0">
                <a:pos x="33" y="18"/>
              </a:cxn>
              <a:cxn ang="0">
                <a:pos x="25" y="17"/>
              </a:cxn>
              <a:cxn ang="0">
                <a:pos x="25" y="20"/>
              </a:cxn>
              <a:cxn ang="0">
                <a:pos x="28" y="20"/>
              </a:cxn>
              <a:cxn ang="0">
                <a:pos x="33" y="32"/>
              </a:cxn>
              <a:cxn ang="0">
                <a:pos x="27" y="52"/>
              </a:cxn>
              <a:cxn ang="0">
                <a:pos x="16" y="20"/>
              </a:cxn>
              <a:cxn ang="0">
                <a:pos x="19" y="20"/>
              </a:cxn>
              <a:cxn ang="0">
                <a:pos x="19" y="17"/>
              </a:cxn>
              <a:cxn ang="0">
                <a:pos x="11" y="18"/>
              </a:cxn>
              <a:cxn ang="0">
                <a:pos x="9" y="18"/>
              </a:cxn>
              <a:cxn ang="0">
                <a:pos x="34" y="5"/>
              </a:cxn>
              <a:cxn ang="0">
                <a:pos x="53" y="12"/>
              </a:cxn>
              <a:cxn ang="0">
                <a:pos x="53" y="12"/>
              </a:cxn>
              <a:cxn ang="0">
                <a:pos x="48" y="17"/>
              </a:cxn>
              <a:cxn ang="0">
                <a:pos x="51" y="24"/>
              </a:cxn>
              <a:cxn ang="0">
                <a:pos x="53" y="32"/>
              </a:cxn>
              <a:cxn ang="0">
                <a:pos x="51" y="42"/>
              </a:cxn>
              <a:cxn ang="0">
                <a:pos x="43" y="61"/>
              </a:cxn>
              <a:cxn ang="0">
                <a:pos x="43" y="61"/>
              </a:cxn>
              <a:cxn ang="0">
                <a:pos x="34" y="63"/>
              </a:cxn>
              <a:cxn ang="0">
                <a:pos x="26" y="62"/>
              </a:cxn>
              <a:cxn ang="0">
                <a:pos x="34" y="36"/>
              </a:cxn>
              <a:cxn ang="0">
                <a:pos x="43" y="61"/>
              </a:cxn>
              <a:cxn ang="0">
                <a:pos x="63" y="34"/>
              </a:cxn>
              <a:cxn ang="0">
                <a:pos x="48" y="59"/>
              </a:cxn>
              <a:cxn ang="0">
                <a:pos x="57" y="33"/>
              </a:cxn>
              <a:cxn ang="0">
                <a:pos x="60" y="23"/>
              </a:cxn>
              <a:cxn ang="0">
                <a:pos x="59" y="20"/>
              </a:cxn>
              <a:cxn ang="0">
                <a:pos x="63" y="34"/>
              </a:cxn>
            </a:cxnLst>
            <a:rect l="0" t="0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66" y="34"/>
                </a:moveTo>
                <a:cubicBezTo>
                  <a:pt x="66" y="16"/>
                  <a:pt x="52" y="1"/>
                  <a:pt x="34" y="1"/>
                </a:cubicBezTo>
                <a:cubicBezTo>
                  <a:pt x="16" y="1"/>
                  <a:pt x="1" y="16"/>
                  <a:pt x="1" y="34"/>
                </a:cubicBezTo>
                <a:cubicBezTo>
                  <a:pt x="1" y="52"/>
                  <a:pt x="16" y="66"/>
                  <a:pt x="34" y="66"/>
                </a:cubicBezTo>
                <a:cubicBezTo>
                  <a:pt x="52" y="66"/>
                  <a:pt x="66" y="52"/>
                  <a:pt x="66" y="34"/>
                </a:cubicBezTo>
                <a:close/>
                <a:moveTo>
                  <a:pt x="7" y="22"/>
                </a:moveTo>
                <a:cubicBezTo>
                  <a:pt x="21" y="60"/>
                  <a:pt x="21" y="60"/>
                  <a:pt x="21" y="60"/>
                </a:cubicBezTo>
                <a:cubicBezTo>
                  <a:pt x="11" y="55"/>
                  <a:pt x="5" y="45"/>
                  <a:pt x="5" y="34"/>
                </a:cubicBezTo>
                <a:cubicBezTo>
                  <a:pt x="5" y="29"/>
                  <a:pt x="5" y="25"/>
                  <a:pt x="7" y="22"/>
                </a:cubicBezTo>
                <a:close/>
                <a:moveTo>
                  <a:pt x="51" y="42"/>
                </a:moveTo>
                <a:cubicBezTo>
                  <a:pt x="48" y="51"/>
                  <a:pt x="48" y="51"/>
                  <a:pt x="48" y="51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20"/>
                  <a:pt x="40" y="20"/>
                  <a:pt x="41" y="20"/>
                </a:cubicBezTo>
                <a:cubicBezTo>
                  <a:pt x="43" y="20"/>
                  <a:pt x="43" y="17"/>
                  <a:pt x="41" y="17"/>
                </a:cubicBezTo>
                <a:cubicBezTo>
                  <a:pt x="36" y="18"/>
                  <a:pt x="33" y="18"/>
                  <a:pt x="33" y="18"/>
                </a:cubicBezTo>
                <a:cubicBezTo>
                  <a:pt x="33" y="18"/>
                  <a:pt x="30" y="18"/>
                  <a:pt x="25" y="17"/>
                </a:cubicBezTo>
                <a:cubicBezTo>
                  <a:pt x="24" y="17"/>
                  <a:pt x="24" y="20"/>
                  <a:pt x="25" y="20"/>
                </a:cubicBezTo>
                <a:cubicBezTo>
                  <a:pt x="27" y="20"/>
                  <a:pt x="28" y="20"/>
                  <a:pt x="28" y="20"/>
                </a:cubicBezTo>
                <a:cubicBezTo>
                  <a:pt x="33" y="32"/>
                  <a:pt x="33" y="32"/>
                  <a:pt x="33" y="32"/>
                </a:cubicBezTo>
                <a:cubicBezTo>
                  <a:pt x="27" y="52"/>
                  <a:pt x="27" y="52"/>
                  <a:pt x="27" y="52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8" y="20"/>
                  <a:pt x="19" y="20"/>
                </a:cubicBezTo>
                <a:cubicBezTo>
                  <a:pt x="21" y="20"/>
                  <a:pt x="21" y="17"/>
                  <a:pt x="19" y="17"/>
                </a:cubicBezTo>
                <a:cubicBezTo>
                  <a:pt x="14" y="18"/>
                  <a:pt x="11" y="18"/>
                  <a:pt x="11" y="18"/>
                </a:cubicBezTo>
                <a:cubicBezTo>
                  <a:pt x="11" y="18"/>
                  <a:pt x="10" y="18"/>
                  <a:pt x="9" y="18"/>
                </a:cubicBezTo>
                <a:cubicBezTo>
                  <a:pt x="15" y="10"/>
                  <a:pt x="24" y="5"/>
                  <a:pt x="34" y="5"/>
                </a:cubicBezTo>
                <a:cubicBezTo>
                  <a:pt x="41" y="5"/>
                  <a:pt x="48" y="7"/>
                  <a:pt x="53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0" y="12"/>
                  <a:pt x="48" y="15"/>
                  <a:pt x="48" y="17"/>
                </a:cubicBezTo>
                <a:cubicBezTo>
                  <a:pt x="48" y="20"/>
                  <a:pt x="50" y="22"/>
                  <a:pt x="51" y="24"/>
                </a:cubicBezTo>
                <a:cubicBezTo>
                  <a:pt x="52" y="26"/>
                  <a:pt x="53" y="29"/>
                  <a:pt x="53" y="32"/>
                </a:cubicBezTo>
                <a:cubicBezTo>
                  <a:pt x="53" y="35"/>
                  <a:pt x="52" y="38"/>
                  <a:pt x="51" y="42"/>
                </a:cubicBezTo>
                <a:close/>
                <a:moveTo>
                  <a:pt x="43" y="61"/>
                </a:moveTo>
                <a:cubicBezTo>
                  <a:pt x="43" y="61"/>
                  <a:pt x="43" y="61"/>
                  <a:pt x="43" y="61"/>
                </a:cubicBezTo>
                <a:cubicBezTo>
                  <a:pt x="40" y="62"/>
                  <a:pt x="37" y="63"/>
                  <a:pt x="34" y="63"/>
                </a:cubicBezTo>
                <a:cubicBezTo>
                  <a:pt x="31" y="63"/>
                  <a:pt x="28" y="62"/>
                  <a:pt x="26" y="62"/>
                </a:cubicBezTo>
                <a:cubicBezTo>
                  <a:pt x="34" y="36"/>
                  <a:pt x="34" y="36"/>
                  <a:pt x="34" y="36"/>
                </a:cubicBezTo>
                <a:lnTo>
                  <a:pt x="43" y="61"/>
                </a:lnTo>
                <a:close/>
                <a:moveTo>
                  <a:pt x="63" y="34"/>
                </a:moveTo>
                <a:cubicBezTo>
                  <a:pt x="63" y="44"/>
                  <a:pt x="57" y="54"/>
                  <a:pt x="48" y="59"/>
                </a:cubicBezTo>
                <a:cubicBezTo>
                  <a:pt x="57" y="33"/>
                  <a:pt x="57" y="33"/>
                  <a:pt x="57" y="33"/>
                </a:cubicBezTo>
                <a:cubicBezTo>
                  <a:pt x="59" y="29"/>
                  <a:pt x="60" y="26"/>
                  <a:pt x="60" y="23"/>
                </a:cubicBezTo>
                <a:cubicBezTo>
                  <a:pt x="60" y="22"/>
                  <a:pt x="60" y="21"/>
                  <a:pt x="59" y="20"/>
                </a:cubicBezTo>
                <a:cubicBezTo>
                  <a:pt x="62" y="24"/>
                  <a:pt x="63" y="29"/>
                  <a:pt x="63" y="34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8" name="Freeform 157"/>
          <p:cNvSpPr>
            <a:spLocks noEditPoints="1"/>
          </p:cNvSpPr>
          <p:nvPr/>
        </p:nvSpPr>
        <p:spPr bwMode="auto">
          <a:xfrm>
            <a:off x="4892675" y="3457258"/>
            <a:ext cx="430213" cy="527050"/>
          </a:xfrm>
          <a:custGeom>
            <a:avLst/>
            <a:gdLst/>
            <a:ahLst/>
            <a:cxnLst>
              <a:cxn ang="0">
                <a:pos x="41" y="44"/>
              </a:cxn>
              <a:cxn ang="0">
                <a:pos x="35" y="50"/>
              </a:cxn>
              <a:cxn ang="0">
                <a:pos x="5" y="50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35" y="0"/>
              </a:cxn>
              <a:cxn ang="0">
                <a:pos x="41" y="5"/>
              </a:cxn>
              <a:cxn ang="0">
                <a:pos x="41" y="44"/>
              </a:cxn>
              <a:cxn ang="0">
                <a:pos x="36" y="5"/>
              </a:cxn>
              <a:cxn ang="0">
                <a:pos x="35" y="4"/>
              </a:cxn>
              <a:cxn ang="0">
                <a:pos x="5" y="4"/>
              </a:cxn>
              <a:cxn ang="0">
                <a:pos x="4" y="5"/>
              </a:cxn>
              <a:cxn ang="0">
                <a:pos x="4" y="40"/>
              </a:cxn>
              <a:cxn ang="0">
                <a:pos x="5" y="41"/>
              </a:cxn>
              <a:cxn ang="0">
                <a:pos x="35" y="41"/>
              </a:cxn>
              <a:cxn ang="0">
                <a:pos x="36" y="40"/>
              </a:cxn>
              <a:cxn ang="0">
                <a:pos x="36" y="5"/>
              </a:cxn>
              <a:cxn ang="0">
                <a:pos x="20" y="43"/>
              </a:cxn>
              <a:cxn ang="0">
                <a:pos x="18" y="45"/>
              </a:cxn>
              <a:cxn ang="0">
                <a:pos x="20" y="48"/>
              </a:cxn>
              <a:cxn ang="0">
                <a:pos x="23" y="45"/>
              </a:cxn>
              <a:cxn ang="0">
                <a:pos x="20" y="43"/>
              </a:cxn>
            </a:cxnLst>
            <a:rect l="0" t="0" r="r" b="b"/>
            <a:pathLst>
              <a:path w="41" h="50">
                <a:moveTo>
                  <a:pt x="41" y="44"/>
                </a:moveTo>
                <a:cubicBezTo>
                  <a:pt x="41" y="47"/>
                  <a:pt x="38" y="50"/>
                  <a:pt x="35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8" y="0"/>
                  <a:pt x="41" y="2"/>
                  <a:pt x="41" y="5"/>
                </a:cubicBezTo>
                <a:lnTo>
                  <a:pt x="41" y="44"/>
                </a:lnTo>
                <a:close/>
                <a:moveTo>
                  <a:pt x="36" y="5"/>
                </a:moveTo>
                <a:cubicBezTo>
                  <a:pt x="36" y="5"/>
                  <a:pt x="36" y="4"/>
                  <a:pt x="35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4"/>
                  <a:pt x="4" y="5"/>
                  <a:pt x="4" y="5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0"/>
                  <a:pt x="5" y="41"/>
                  <a:pt x="5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0"/>
                  <a:pt x="36" y="40"/>
                </a:cubicBezTo>
                <a:lnTo>
                  <a:pt x="36" y="5"/>
                </a:lnTo>
                <a:close/>
                <a:moveTo>
                  <a:pt x="20" y="43"/>
                </a:moveTo>
                <a:cubicBezTo>
                  <a:pt x="19" y="43"/>
                  <a:pt x="18" y="44"/>
                  <a:pt x="18" y="45"/>
                </a:cubicBezTo>
                <a:cubicBezTo>
                  <a:pt x="18" y="46"/>
                  <a:pt x="19" y="48"/>
                  <a:pt x="20" y="48"/>
                </a:cubicBezTo>
                <a:cubicBezTo>
                  <a:pt x="22" y="48"/>
                  <a:pt x="23" y="46"/>
                  <a:pt x="23" y="45"/>
                </a:cubicBezTo>
                <a:cubicBezTo>
                  <a:pt x="23" y="44"/>
                  <a:pt x="22" y="43"/>
                  <a:pt x="20" y="43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20" name="Freeform 91"/>
          <p:cNvSpPr>
            <a:spLocks noEditPoints="1"/>
          </p:cNvSpPr>
          <p:nvPr/>
        </p:nvSpPr>
        <p:spPr bwMode="auto">
          <a:xfrm>
            <a:off x="4849813" y="5310188"/>
            <a:ext cx="515938" cy="515938"/>
          </a:xfrm>
          <a:custGeom>
            <a:avLst/>
            <a:gdLst/>
            <a:ahLst/>
            <a:cxnLst>
              <a:cxn ang="0">
                <a:pos x="0" y="31"/>
              </a:cxn>
              <a:cxn ang="0">
                <a:pos x="41" y="22"/>
              </a:cxn>
              <a:cxn ang="0">
                <a:pos x="45" y="20"/>
              </a:cxn>
              <a:cxn ang="0">
                <a:pos x="49" y="19"/>
              </a:cxn>
              <a:cxn ang="0">
                <a:pos x="48" y="17"/>
              </a:cxn>
              <a:cxn ang="0">
                <a:pos x="45" y="15"/>
              </a:cxn>
              <a:cxn ang="0">
                <a:pos x="43" y="15"/>
              </a:cxn>
              <a:cxn ang="0">
                <a:pos x="42" y="14"/>
              </a:cxn>
              <a:cxn ang="0">
                <a:pos x="38" y="12"/>
              </a:cxn>
              <a:cxn ang="0">
                <a:pos x="38" y="16"/>
              </a:cxn>
              <a:cxn ang="0">
                <a:pos x="37" y="19"/>
              </a:cxn>
              <a:cxn ang="0">
                <a:pos x="33" y="17"/>
              </a:cxn>
              <a:cxn ang="0">
                <a:pos x="29" y="15"/>
              </a:cxn>
              <a:cxn ang="0">
                <a:pos x="30" y="11"/>
              </a:cxn>
              <a:cxn ang="0">
                <a:pos x="35" y="10"/>
              </a:cxn>
              <a:cxn ang="0">
                <a:pos x="34" y="8"/>
              </a:cxn>
              <a:cxn ang="0">
                <a:pos x="31" y="9"/>
              </a:cxn>
              <a:cxn ang="0">
                <a:pos x="27" y="6"/>
              </a:cxn>
              <a:cxn ang="0">
                <a:pos x="28" y="9"/>
              </a:cxn>
              <a:cxn ang="0">
                <a:pos x="26" y="9"/>
              </a:cxn>
              <a:cxn ang="0">
                <a:pos x="23" y="7"/>
              </a:cxn>
              <a:cxn ang="0">
                <a:pos x="21" y="8"/>
              </a:cxn>
              <a:cxn ang="0">
                <a:pos x="23" y="9"/>
              </a:cxn>
              <a:cxn ang="0">
                <a:pos x="22" y="10"/>
              </a:cxn>
              <a:cxn ang="0">
                <a:pos x="10" y="18"/>
              </a:cxn>
              <a:cxn ang="0">
                <a:pos x="11" y="19"/>
              </a:cxn>
              <a:cxn ang="0">
                <a:pos x="13" y="22"/>
              </a:cxn>
              <a:cxn ang="0">
                <a:pos x="12" y="26"/>
              </a:cxn>
              <a:cxn ang="0">
                <a:pos x="15" y="30"/>
              </a:cxn>
              <a:cxn ang="0">
                <a:pos x="18" y="35"/>
              </a:cxn>
              <a:cxn ang="0">
                <a:pos x="19" y="37"/>
              </a:cxn>
              <a:cxn ang="0">
                <a:pos x="17" y="32"/>
              </a:cxn>
              <a:cxn ang="0">
                <a:pos x="21" y="37"/>
              </a:cxn>
              <a:cxn ang="0">
                <a:pos x="25" y="41"/>
              </a:cxn>
              <a:cxn ang="0">
                <a:pos x="30" y="44"/>
              </a:cxn>
              <a:cxn ang="0">
                <a:pos x="35" y="47"/>
              </a:cxn>
              <a:cxn ang="0">
                <a:pos x="36" y="47"/>
              </a:cxn>
              <a:cxn ang="0">
                <a:pos x="34" y="43"/>
              </a:cxn>
              <a:cxn ang="0">
                <a:pos x="32" y="42"/>
              </a:cxn>
              <a:cxn ang="0">
                <a:pos x="32" y="39"/>
              </a:cxn>
              <a:cxn ang="0">
                <a:pos x="28" y="41"/>
              </a:cxn>
              <a:cxn ang="0">
                <a:pos x="27" y="34"/>
              </a:cxn>
              <a:cxn ang="0">
                <a:pos x="30" y="34"/>
              </a:cxn>
              <a:cxn ang="0">
                <a:pos x="32" y="33"/>
              </a:cxn>
              <a:cxn ang="0">
                <a:pos x="35" y="34"/>
              </a:cxn>
              <a:cxn ang="0">
                <a:pos x="36" y="33"/>
              </a:cxn>
              <a:cxn ang="0">
                <a:pos x="38" y="29"/>
              </a:cxn>
              <a:cxn ang="0">
                <a:pos x="38" y="28"/>
              </a:cxn>
              <a:cxn ang="0">
                <a:pos x="41" y="26"/>
              </a:cxn>
              <a:cxn ang="0">
                <a:pos x="43" y="23"/>
              </a:cxn>
              <a:cxn ang="0">
                <a:pos x="44" y="22"/>
              </a:cxn>
              <a:cxn ang="0">
                <a:pos x="41" y="22"/>
              </a:cxn>
              <a:cxn ang="0">
                <a:pos x="48" y="48"/>
              </a:cxn>
              <a:cxn ang="0">
                <a:pos x="44" y="47"/>
              </a:cxn>
              <a:cxn ang="0">
                <a:pos x="41" y="47"/>
              </a:cxn>
              <a:cxn ang="0">
                <a:pos x="38" y="46"/>
              </a:cxn>
              <a:cxn ang="0">
                <a:pos x="37" y="50"/>
              </a:cxn>
              <a:cxn ang="0">
                <a:pos x="36" y="54"/>
              </a:cxn>
              <a:cxn ang="0">
                <a:pos x="50" y="49"/>
              </a:cxn>
            </a:cxnLst>
            <a:rect l="0" t="0" r="r" b="b"/>
            <a:pathLst>
              <a:path w="62" h="62">
                <a:moveTo>
                  <a:pt x="62" y="31"/>
                </a:moveTo>
                <a:cubicBezTo>
                  <a:pt x="62" y="48"/>
                  <a:pt x="48" y="62"/>
                  <a:pt x="31" y="62"/>
                </a:cubicBez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lose/>
                <a:moveTo>
                  <a:pt x="41" y="22"/>
                </a:moveTo>
                <a:cubicBezTo>
                  <a:pt x="42" y="22"/>
                  <a:pt x="42" y="21"/>
                  <a:pt x="42" y="21"/>
                </a:cubicBezTo>
                <a:cubicBezTo>
                  <a:pt x="42" y="21"/>
                  <a:pt x="42" y="21"/>
                  <a:pt x="43" y="21"/>
                </a:cubicBezTo>
                <a:cubicBezTo>
                  <a:pt x="43" y="20"/>
                  <a:pt x="44" y="20"/>
                  <a:pt x="45" y="20"/>
                </a:cubicBezTo>
                <a:cubicBezTo>
                  <a:pt x="46" y="20"/>
                  <a:pt x="46" y="20"/>
                  <a:pt x="47" y="21"/>
                </a:cubicBezTo>
                <a:cubicBezTo>
                  <a:pt x="47" y="20"/>
                  <a:pt x="48" y="20"/>
                  <a:pt x="48" y="20"/>
                </a:cubicBezTo>
                <a:cubicBezTo>
                  <a:pt x="48" y="19"/>
                  <a:pt x="49" y="19"/>
                  <a:pt x="49" y="19"/>
                </a:cubicBezTo>
                <a:cubicBezTo>
                  <a:pt x="49" y="19"/>
                  <a:pt x="49" y="18"/>
                  <a:pt x="49" y="18"/>
                </a:cubicBezTo>
                <a:cubicBezTo>
                  <a:pt x="49" y="18"/>
                  <a:pt x="48" y="18"/>
                  <a:pt x="48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7"/>
                  <a:pt x="47" y="17"/>
                  <a:pt x="47" y="17"/>
                </a:cubicBezTo>
                <a:cubicBezTo>
                  <a:pt x="46" y="17"/>
                  <a:pt x="46" y="16"/>
                  <a:pt x="46" y="16"/>
                </a:cubicBezTo>
                <a:cubicBezTo>
                  <a:pt x="46" y="15"/>
                  <a:pt x="45" y="15"/>
                  <a:pt x="45" y="15"/>
                </a:cubicBezTo>
                <a:cubicBezTo>
                  <a:pt x="45" y="15"/>
                  <a:pt x="45" y="14"/>
                  <a:pt x="45" y="14"/>
                </a:cubicBezTo>
                <a:cubicBezTo>
                  <a:pt x="44" y="14"/>
                  <a:pt x="44" y="15"/>
                  <a:pt x="44" y="15"/>
                </a:cubicBezTo>
                <a:cubicBezTo>
                  <a:pt x="43" y="15"/>
                  <a:pt x="43" y="15"/>
                  <a:pt x="43" y="15"/>
                </a:cubicBezTo>
                <a:cubicBezTo>
                  <a:pt x="43" y="15"/>
                  <a:pt x="43" y="15"/>
                  <a:pt x="42" y="15"/>
                </a:cubicBezTo>
                <a:cubicBezTo>
                  <a:pt x="43" y="15"/>
                  <a:pt x="42" y="15"/>
                  <a:pt x="42" y="15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3"/>
                  <a:pt x="41" y="13"/>
                  <a:pt x="40" y="13"/>
                </a:cubicBezTo>
                <a:cubicBezTo>
                  <a:pt x="40" y="12"/>
                  <a:pt x="38" y="12"/>
                  <a:pt x="38" y="12"/>
                </a:cubicBezTo>
                <a:cubicBezTo>
                  <a:pt x="37" y="13"/>
                  <a:pt x="38" y="13"/>
                  <a:pt x="38" y="14"/>
                </a:cubicBezTo>
                <a:cubicBezTo>
                  <a:pt x="38" y="14"/>
                  <a:pt x="37" y="14"/>
                  <a:pt x="37" y="15"/>
                </a:cubicBezTo>
                <a:cubicBezTo>
                  <a:pt x="37" y="15"/>
                  <a:pt x="38" y="15"/>
                  <a:pt x="38" y="16"/>
                </a:cubicBezTo>
                <a:cubicBezTo>
                  <a:pt x="38" y="17"/>
                  <a:pt x="37" y="17"/>
                  <a:pt x="37" y="17"/>
                </a:cubicBezTo>
                <a:cubicBezTo>
                  <a:pt x="37" y="18"/>
                  <a:pt x="37" y="18"/>
                  <a:pt x="37" y="19"/>
                </a:cubicBezTo>
                <a:cubicBezTo>
                  <a:pt x="38" y="19"/>
                  <a:pt x="37" y="19"/>
                  <a:pt x="37" y="19"/>
                </a:cubicBezTo>
                <a:cubicBezTo>
                  <a:pt x="36" y="20"/>
                  <a:pt x="35" y="19"/>
                  <a:pt x="35" y="18"/>
                </a:cubicBezTo>
                <a:cubicBezTo>
                  <a:pt x="35" y="18"/>
                  <a:pt x="35" y="17"/>
                  <a:pt x="34" y="17"/>
                </a:cubicBezTo>
                <a:cubicBezTo>
                  <a:pt x="34" y="17"/>
                  <a:pt x="33" y="17"/>
                  <a:pt x="33" y="17"/>
                </a:cubicBezTo>
                <a:cubicBezTo>
                  <a:pt x="33" y="16"/>
                  <a:pt x="32" y="16"/>
                  <a:pt x="32" y="16"/>
                </a:cubicBezTo>
                <a:cubicBezTo>
                  <a:pt x="31" y="16"/>
                  <a:pt x="30" y="16"/>
                  <a:pt x="29" y="16"/>
                </a:cubicBezTo>
                <a:cubicBezTo>
                  <a:pt x="30" y="16"/>
                  <a:pt x="29" y="15"/>
                  <a:pt x="29" y="15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12"/>
                  <a:pt x="30" y="11"/>
                  <a:pt x="30" y="11"/>
                </a:cubicBezTo>
                <a:cubicBezTo>
                  <a:pt x="31" y="12"/>
                  <a:pt x="31" y="12"/>
                  <a:pt x="32" y="11"/>
                </a:cubicBezTo>
                <a:cubicBezTo>
                  <a:pt x="32" y="11"/>
                  <a:pt x="32" y="10"/>
                  <a:pt x="33" y="10"/>
                </a:cubicBezTo>
                <a:cubicBezTo>
                  <a:pt x="33" y="9"/>
                  <a:pt x="34" y="10"/>
                  <a:pt x="35" y="10"/>
                </a:cubicBezTo>
                <a:cubicBezTo>
                  <a:pt x="35" y="10"/>
                  <a:pt x="35" y="9"/>
                  <a:pt x="35" y="9"/>
                </a:cubicBezTo>
                <a:cubicBezTo>
                  <a:pt x="35" y="9"/>
                  <a:pt x="35" y="8"/>
                  <a:pt x="35" y="8"/>
                </a:cubicBezTo>
                <a:cubicBezTo>
                  <a:pt x="34" y="7"/>
                  <a:pt x="33" y="8"/>
                  <a:pt x="34" y="8"/>
                </a:cubicBezTo>
                <a:cubicBezTo>
                  <a:pt x="34" y="8"/>
                  <a:pt x="33" y="10"/>
                  <a:pt x="32" y="9"/>
                </a:cubicBezTo>
                <a:cubicBezTo>
                  <a:pt x="32" y="9"/>
                  <a:pt x="32" y="8"/>
                  <a:pt x="31" y="8"/>
                </a:cubicBezTo>
                <a:cubicBezTo>
                  <a:pt x="31" y="8"/>
                  <a:pt x="31" y="8"/>
                  <a:pt x="31" y="9"/>
                </a:cubicBezTo>
                <a:cubicBezTo>
                  <a:pt x="31" y="8"/>
                  <a:pt x="30" y="8"/>
                  <a:pt x="29" y="8"/>
                </a:cubicBezTo>
                <a:cubicBezTo>
                  <a:pt x="30" y="7"/>
                  <a:pt x="29" y="7"/>
                  <a:pt x="29" y="7"/>
                </a:cubicBezTo>
                <a:cubicBezTo>
                  <a:pt x="29" y="6"/>
                  <a:pt x="28" y="6"/>
                  <a:pt x="27" y="6"/>
                </a:cubicBezTo>
                <a:cubicBezTo>
                  <a:pt x="27" y="7"/>
                  <a:pt x="28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8" y="9"/>
                  <a:pt x="28" y="9"/>
                </a:cubicBezTo>
                <a:cubicBezTo>
                  <a:pt x="28" y="9"/>
                  <a:pt x="28" y="10"/>
                  <a:pt x="28" y="10"/>
                </a:cubicBezTo>
                <a:cubicBezTo>
                  <a:pt x="27" y="10"/>
                  <a:pt x="27" y="9"/>
                  <a:pt x="27" y="9"/>
                </a:cubicBezTo>
                <a:cubicBezTo>
                  <a:pt x="28" y="9"/>
                  <a:pt x="26" y="9"/>
                  <a:pt x="26" y="9"/>
                </a:cubicBezTo>
                <a:cubicBezTo>
                  <a:pt x="25" y="9"/>
                  <a:pt x="24" y="9"/>
                  <a:pt x="24" y="9"/>
                </a:cubicBezTo>
                <a:cubicBezTo>
                  <a:pt x="24" y="8"/>
                  <a:pt x="24" y="7"/>
                  <a:pt x="24" y="8"/>
                </a:cubicBezTo>
                <a:cubicBezTo>
                  <a:pt x="24" y="7"/>
                  <a:pt x="23" y="7"/>
                  <a:pt x="23" y="7"/>
                </a:cubicBezTo>
                <a:cubicBezTo>
                  <a:pt x="22" y="7"/>
                  <a:pt x="21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8"/>
                  <a:pt x="20" y="8"/>
                  <a:pt x="21" y="8"/>
                </a:cubicBezTo>
                <a:cubicBezTo>
                  <a:pt x="21" y="8"/>
                  <a:pt x="22" y="7"/>
                  <a:pt x="22" y="8"/>
                </a:cubicBezTo>
                <a:cubicBezTo>
                  <a:pt x="22" y="8"/>
                  <a:pt x="23" y="8"/>
                  <a:pt x="23" y="8"/>
                </a:cubicBezTo>
                <a:cubicBezTo>
                  <a:pt x="23" y="8"/>
                  <a:pt x="23" y="8"/>
                  <a:pt x="23" y="9"/>
                </a:cubicBezTo>
                <a:cubicBezTo>
                  <a:pt x="23" y="8"/>
                  <a:pt x="23" y="9"/>
                  <a:pt x="22" y="9"/>
                </a:cubicBezTo>
                <a:cubicBezTo>
                  <a:pt x="22" y="9"/>
                  <a:pt x="21" y="9"/>
                  <a:pt x="21" y="9"/>
                </a:cubicBezTo>
                <a:cubicBezTo>
                  <a:pt x="21" y="9"/>
                  <a:pt x="22" y="10"/>
                  <a:pt x="22" y="10"/>
                </a:cubicBezTo>
                <a:cubicBezTo>
                  <a:pt x="21" y="9"/>
                  <a:pt x="21" y="9"/>
                  <a:pt x="20" y="9"/>
                </a:cubicBezTo>
                <a:cubicBezTo>
                  <a:pt x="20" y="9"/>
                  <a:pt x="19" y="9"/>
                  <a:pt x="19" y="9"/>
                </a:cubicBezTo>
                <a:cubicBezTo>
                  <a:pt x="15" y="11"/>
                  <a:pt x="12" y="14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3" y="20"/>
                  <a:pt x="13" y="21"/>
                </a:cubicBezTo>
                <a:cubicBezTo>
                  <a:pt x="13" y="21"/>
                  <a:pt x="13" y="21"/>
                  <a:pt x="14" y="21"/>
                </a:cubicBezTo>
                <a:cubicBezTo>
                  <a:pt x="14" y="22"/>
                  <a:pt x="13" y="22"/>
                  <a:pt x="13" y="22"/>
                </a:cubicBezTo>
                <a:cubicBezTo>
                  <a:pt x="13" y="22"/>
                  <a:pt x="12" y="21"/>
                  <a:pt x="12" y="22"/>
                </a:cubicBezTo>
                <a:cubicBezTo>
                  <a:pt x="12" y="22"/>
                  <a:pt x="12" y="23"/>
                  <a:pt x="13" y="23"/>
                </a:cubicBezTo>
                <a:cubicBezTo>
                  <a:pt x="12" y="23"/>
                  <a:pt x="12" y="25"/>
                  <a:pt x="12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6"/>
                  <a:pt x="13" y="28"/>
                  <a:pt x="13" y="28"/>
                </a:cubicBezTo>
                <a:cubicBezTo>
                  <a:pt x="13" y="28"/>
                  <a:pt x="14" y="30"/>
                  <a:pt x="15" y="30"/>
                </a:cubicBezTo>
                <a:cubicBezTo>
                  <a:pt x="15" y="30"/>
                  <a:pt x="16" y="31"/>
                  <a:pt x="16" y="31"/>
                </a:cubicBezTo>
                <a:cubicBezTo>
                  <a:pt x="17" y="32"/>
                  <a:pt x="17" y="33"/>
                  <a:pt x="17" y="33"/>
                </a:cubicBezTo>
                <a:cubicBezTo>
                  <a:pt x="17" y="34"/>
                  <a:pt x="18" y="34"/>
                  <a:pt x="18" y="35"/>
                </a:cubicBezTo>
                <a:cubicBezTo>
                  <a:pt x="18" y="35"/>
                  <a:pt x="18" y="35"/>
                  <a:pt x="18" y="35"/>
                </a:cubicBezTo>
                <a:cubicBezTo>
                  <a:pt x="18" y="35"/>
                  <a:pt x="19" y="35"/>
                  <a:pt x="19" y="36"/>
                </a:cubicBezTo>
                <a:cubicBezTo>
                  <a:pt x="19" y="36"/>
                  <a:pt x="19" y="37"/>
                  <a:pt x="19" y="37"/>
                </a:cubicBezTo>
                <a:cubicBezTo>
                  <a:pt x="20" y="36"/>
                  <a:pt x="19" y="35"/>
                  <a:pt x="18" y="34"/>
                </a:cubicBezTo>
                <a:cubicBezTo>
                  <a:pt x="18" y="34"/>
                  <a:pt x="18" y="34"/>
                  <a:pt x="18" y="33"/>
                </a:cubicBezTo>
                <a:cubicBezTo>
                  <a:pt x="18" y="33"/>
                  <a:pt x="18" y="32"/>
                  <a:pt x="17" y="32"/>
                </a:cubicBezTo>
                <a:cubicBezTo>
                  <a:pt x="18" y="32"/>
                  <a:pt x="18" y="32"/>
                  <a:pt x="18" y="33"/>
                </a:cubicBezTo>
                <a:cubicBezTo>
                  <a:pt x="18" y="33"/>
                  <a:pt x="20" y="35"/>
                  <a:pt x="20" y="35"/>
                </a:cubicBezTo>
                <a:cubicBezTo>
                  <a:pt x="20" y="35"/>
                  <a:pt x="21" y="37"/>
                  <a:pt x="21" y="37"/>
                </a:cubicBezTo>
                <a:cubicBezTo>
                  <a:pt x="21" y="37"/>
                  <a:pt x="22" y="37"/>
                  <a:pt x="22" y="38"/>
                </a:cubicBezTo>
                <a:cubicBezTo>
                  <a:pt x="22" y="38"/>
                  <a:pt x="22" y="39"/>
                  <a:pt x="23" y="40"/>
                </a:cubicBezTo>
                <a:cubicBezTo>
                  <a:pt x="23" y="41"/>
                  <a:pt x="24" y="41"/>
                  <a:pt x="25" y="41"/>
                </a:cubicBezTo>
                <a:cubicBezTo>
                  <a:pt x="25" y="42"/>
                  <a:pt x="26" y="42"/>
                  <a:pt x="26" y="42"/>
                </a:cubicBezTo>
                <a:cubicBezTo>
                  <a:pt x="27" y="43"/>
                  <a:pt x="27" y="42"/>
                  <a:pt x="28" y="42"/>
                </a:cubicBezTo>
                <a:cubicBezTo>
                  <a:pt x="29" y="42"/>
                  <a:pt x="29" y="43"/>
                  <a:pt x="30" y="44"/>
                </a:cubicBezTo>
                <a:cubicBezTo>
                  <a:pt x="31" y="44"/>
                  <a:pt x="32" y="44"/>
                  <a:pt x="32" y="44"/>
                </a:cubicBezTo>
                <a:cubicBezTo>
                  <a:pt x="32" y="44"/>
                  <a:pt x="33" y="46"/>
                  <a:pt x="33" y="46"/>
                </a:cubicBezTo>
                <a:cubicBezTo>
                  <a:pt x="34" y="46"/>
                  <a:pt x="34" y="47"/>
                  <a:pt x="35" y="47"/>
                </a:cubicBezTo>
                <a:cubicBezTo>
                  <a:pt x="35" y="47"/>
                  <a:pt x="35" y="47"/>
                  <a:pt x="35" y="47"/>
                </a:cubicBezTo>
                <a:cubicBezTo>
                  <a:pt x="35" y="47"/>
                  <a:pt x="36" y="48"/>
                  <a:pt x="36" y="48"/>
                </a:cubicBezTo>
                <a:cubicBezTo>
                  <a:pt x="36" y="48"/>
                  <a:pt x="36" y="47"/>
                  <a:pt x="36" y="47"/>
                </a:cubicBezTo>
                <a:cubicBezTo>
                  <a:pt x="36" y="47"/>
                  <a:pt x="35" y="47"/>
                  <a:pt x="34" y="46"/>
                </a:cubicBezTo>
                <a:cubicBezTo>
                  <a:pt x="34" y="46"/>
                  <a:pt x="34" y="45"/>
                  <a:pt x="34" y="45"/>
                </a:cubicBezTo>
                <a:cubicBezTo>
                  <a:pt x="35" y="45"/>
                  <a:pt x="35" y="44"/>
                  <a:pt x="34" y="43"/>
                </a:cubicBezTo>
                <a:cubicBezTo>
                  <a:pt x="34" y="43"/>
                  <a:pt x="34" y="43"/>
                  <a:pt x="34" y="42"/>
                </a:cubicBezTo>
                <a:cubicBezTo>
                  <a:pt x="33" y="43"/>
                  <a:pt x="33" y="42"/>
                  <a:pt x="32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2"/>
                  <a:pt x="32" y="43"/>
                  <a:pt x="32" y="42"/>
                </a:cubicBezTo>
                <a:cubicBezTo>
                  <a:pt x="32" y="42"/>
                  <a:pt x="32" y="41"/>
                  <a:pt x="32" y="41"/>
                </a:cubicBezTo>
                <a:cubicBezTo>
                  <a:pt x="32" y="40"/>
                  <a:pt x="33" y="39"/>
                  <a:pt x="32" y="39"/>
                </a:cubicBezTo>
                <a:cubicBezTo>
                  <a:pt x="31" y="39"/>
                  <a:pt x="31" y="39"/>
                  <a:pt x="31" y="40"/>
                </a:cubicBezTo>
                <a:cubicBezTo>
                  <a:pt x="30" y="40"/>
                  <a:pt x="30" y="40"/>
                  <a:pt x="30" y="41"/>
                </a:cubicBezTo>
                <a:cubicBezTo>
                  <a:pt x="30" y="41"/>
                  <a:pt x="28" y="41"/>
                  <a:pt x="28" y="41"/>
                </a:cubicBezTo>
                <a:cubicBezTo>
                  <a:pt x="27" y="40"/>
                  <a:pt x="27" y="39"/>
                  <a:pt x="27" y="38"/>
                </a:cubicBezTo>
                <a:cubicBezTo>
                  <a:pt x="27" y="37"/>
                  <a:pt x="27" y="36"/>
                  <a:pt x="27" y="35"/>
                </a:cubicBezTo>
                <a:cubicBezTo>
                  <a:pt x="27" y="35"/>
                  <a:pt x="27" y="34"/>
                  <a:pt x="27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9" y="33"/>
                  <a:pt x="30" y="34"/>
                </a:cubicBezTo>
                <a:cubicBezTo>
                  <a:pt x="30" y="34"/>
                  <a:pt x="31" y="34"/>
                  <a:pt x="31" y="33"/>
                </a:cubicBez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31" y="33"/>
                  <a:pt x="32" y="33"/>
                </a:cubicBezTo>
                <a:cubicBezTo>
                  <a:pt x="32" y="33"/>
                  <a:pt x="33" y="33"/>
                  <a:pt x="33" y="33"/>
                </a:cubicBezTo>
                <a:cubicBezTo>
                  <a:pt x="34" y="34"/>
                  <a:pt x="34" y="34"/>
                  <a:pt x="34" y="33"/>
                </a:cubicBezTo>
                <a:cubicBezTo>
                  <a:pt x="35" y="34"/>
                  <a:pt x="35" y="34"/>
                  <a:pt x="35" y="34"/>
                </a:cubicBezTo>
                <a:cubicBezTo>
                  <a:pt x="35" y="35"/>
                  <a:pt x="35" y="36"/>
                  <a:pt x="36" y="36"/>
                </a:cubicBezTo>
                <a:cubicBezTo>
                  <a:pt x="36" y="37"/>
                  <a:pt x="36" y="35"/>
                  <a:pt x="36" y="35"/>
                </a:cubicBezTo>
                <a:cubicBezTo>
                  <a:pt x="36" y="35"/>
                  <a:pt x="36" y="33"/>
                  <a:pt x="36" y="33"/>
                </a:cubicBezTo>
                <a:cubicBezTo>
                  <a:pt x="35" y="33"/>
                  <a:pt x="35" y="32"/>
                  <a:pt x="36" y="31"/>
                </a:cubicBezTo>
                <a:cubicBezTo>
                  <a:pt x="36" y="31"/>
                  <a:pt x="37" y="31"/>
                  <a:pt x="37" y="31"/>
                </a:cubicBezTo>
                <a:cubicBezTo>
                  <a:pt x="38" y="30"/>
                  <a:pt x="38" y="30"/>
                  <a:pt x="38" y="29"/>
                </a:cubicBezTo>
                <a:cubicBezTo>
                  <a:pt x="38" y="29"/>
                  <a:pt x="38" y="29"/>
                  <a:pt x="38" y="29"/>
                </a:cubicBezTo>
                <a:cubicBezTo>
                  <a:pt x="38" y="29"/>
                  <a:pt x="38" y="28"/>
                  <a:pt x="38" y="29"/>
                </a:cubicBezTo>
                <a:cubicBezTo>
                  <a:pt x="38" y="28"/>
                  <a:pt x="38" y="28"/>
                  <a:pt x="38" y="28"/>
                </a:cubicBezTo>
                <a:cubicBezTo>
                  <a:pt x="38" y="28"/>
                  <a:pt x="38" y="27"/>
                  <a:pt x="38" y="27"/>
                </a:cubicBezTo>
                <a:cubicBezTo>
                  <a:pt x="39" y="28"/>
                  <a:pt x="40" y="27"/>
                  <a:pt x="39" y="26"/>
                </a:cubicBezTo>
                <a:cubicBezTo>
                  <a:pt x="40" y="26"/>
                  <a:pt x="41" y="26"/>
                  <a:pt x="41" y="26"/>
                </a:cubicBezTo>
                <a:cubicBezTo>
                  <a:pt x="41" y="26"/>
                  <a:pt x="41" y="25"/>
                  <a:pt x="41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2" y="24"/>
                  <a:pt x="43" y="24"/>
                  <a:pt x="43" y="23"/>
                </a:cubicBezTo>
                <a:cubicBezTo>
                  <a:pt x="44" y="24"/>
                  <a:pt x="45" y="23"/>
                  <a:pt x="44" y="22"/>
                </a:cubicBezTo>
                <a:cubicBezTo>
                  <a:pt x="44" y="22"/>
                  <a:pt x="44" y="22"/>
                  <a:pt x="43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5" y="21"/>
                  <a:pt x="44" y="21"/>
                  <a:pt x="44" y="21"/>
                </a:cubicBezTo>
                <a:cubicBezTo>
                  <a:pt x="43" y="21"/>
                  <a:pt x="43" y="21"/>
                  <a:pt x="42" y="21"/>
                </a:cubicBezTo>
                <a:cubicBezTo>
                  <a:pt x="42" y="22"/>
                  <a:pt x="42" y="22"/>
                  <a:pt x="41" y="22"/>
                </a:cubicBezTo>
                <a:close/>
                <a:moveTo>
                  <a:pt x="50" y="49"/>
                </a:moveTo>
                <a:cubicBezTo>
                  <a:pt x="50" y="49"/>
                  <a:pt x="49" y="49"/>
                  <a:pt x="49" y="49"/>
                </a:cubicBezTo>
                <a:cubicBezTo>
                  <a:pt x="49" y="49"/>
                  <a:pt x="48" y="48"/>
                  <a:pt x="48" y="48"/>
                </a:cubicBezTo>
                <a:cubicBezTo>
                  <a:pt x="48" y="48"/>
                  <a:pt x="47" y="47"/>
                  <a:pt x="47" y="47"/>
                </a:cubicBezTo>
                <a:cubicBezTo>
                  <a:pt x="46" y="46"/>
                  <a:pt x="46" y="46"/>
                  <a:pt x="45" y="46"/>
                </a:cubicBezTo>
                <a:cubicBezTo>
                  <a:pt x="45" y="46"/>
                  <a:pt x="44" y="47"/>
                  <a:pt x="44" y="47"/>
                </a:cubicBezTo>
                <a:cubicBezTo>
                  <a:pt x="44" y="46"/>
                  <a:pt x="43" y="46"/>
                  <a:pt x="43" y="46"/>
                </a:cubicBezTo>
                <a:cubicBezTo>
                  <a:pt x="42" y="46"/>
                  <a:pt x="42" y="45"/>
                  <a:pt x="41" y="46"/>
                </a:cubicBezTo>
                <a:cubicBezTo>
                  <a:pt x="41" y="46"/>
                  <a:pt x="41" y="46"/>
                  <a:pt x="41" y="47"/>
                </a:cubicBezTo>
                <a:cubicBezTo>
                  <a:pt x="40" y="46"/>
                  <a:pt x="41" y="46"/>
                  <a:pt x="41" y="45"/>
                </a:cubicBezTo>
                <a:cubicBezTo>
                  <a:pt x="40" y="45"/>
                  <a:pt x="39" y="46"/>
                  <a:pt x="39" y="46"/>
                </a:cubicBezTo>
                <a:cubicBezTo>
                  <a:pt x="39" y="46"/>
                  <a:pt x="39" y="46"/>
                  <a:pt x="38" y="46"/>
                </a:cubicBezTo>
                <a:cubicBezTo>
                  <a:pt x="38" y="47"/>
                  <a:pt x="38" y="47"/>
                  <a:pt x="38" y="47"/>
                </a:cubicBezTo>
                <a:cubicBezTo>
                  <a:pt x="38" y="47"/>
                  <a:pt x="37" y="47"/>
                  <a:pt x="37" y="47"/>
                </a:cubicBezTo>
                <a:cubicBezTo>
                  <a:pt x="37" y="48"/>
                  <a:pt x="37" y="49"/>
                  <a:pt x="37" y="50"/>
                </a:cubicBezTo>
                <a:cubicBezTo>
                  <a:pt x="38" y="50"/>
                  <a:pt x="37" y="51"/>
                  <a:pt x="37" y="52"/>
                </a:cubicBezTo>
                <a:cubicBezTo>
                  <a:pt x="37" y="52"/>
                  <a:pt x="36" y="53"/>
                  <a:pt x="36" y="53"/>
                </a:cubicBezTo>
                <a:cubicBezTo>
                  <a:pt x="36" y="54"/>
                  <a:pt x="36" y="54"/>
                  <a:pt x="36" y="54"/>
                </a:cubicBezTo>
                <a:cubicBezTo>
                  <a:pt x="36" y="55"/>
                  <a:pt x="36" y="55"/>
                  <a:pt x="36" y="56"/>
                </a:cubicBezTo>
                <a:cubicBezTo>
                  <a:pt x="36" y="56"/>
                  <a:pt x="36" y="56"/>
                  <a:pt x="36" y="57"/>
                </a:cubicBezTo>
                <a:cubicBezTo>
                  <a:pt x="41" y="56"/>
                  <a:pt x="46" y="53"/>
                  <a:pt x="50" y="49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1BB29C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21524" name="TextBox 13"/>
          <p:cNvSpPr txBox="1"/>
          <p:nvPr/>
        </p:nvSpPr>
        <p:spPr>
          <a:xfrm>
            <a:off x="952500" y="1045845"/>
            <a:ext cx="2517775" cy="492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Text Chat: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25" name="TextBox 13"/>
          <p:cNvSpPr txBox="1"/>
          <p:nvPr/>
        </p:nvSpPr>
        <p:spPr>
          <a:xfrm>
            <a:off x="1031875" y="1576705"/>
            <a:ext cx="3606800" cy="738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Type in your native language, and the app translates your message into the recipient’s chosen language.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26" name="TextBox 13"/>
          <p:cNvSpPr txBox="1"/>
          <p:nvPr/>
        </p:nvSpPr>
        <p:spPr>
          <a:xfrm>
            <a:off x="969645" y="2874645"/>
            <a:ext cx="2807335" cy="4305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Voice Call: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27" name="TextBox 13"/>
          <p:cNvSpPr txBox="1"/>
          <p:nvPr/>
        </p:nvSpPr>
        <p:spPr>
          <a:xfrm>
            <a:off x="989965" y="3305175"/>
            <a:ext cx="3596005" cy="738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Speak naturally; the app will translate your speech into the listener's language in real-time.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30" name="TextBox 13"/>
          <p:cNvSpPr txBox="1"/>
          <p:nvPr/>
        </p:nvSpPr>
        <p:spPr>
          <a:xfrm>
            <a:off x="949325" y="4578350"/>
            <a:ext cx="2440940" cy="4305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Video Call: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531" name="TextBox 13"/>
          <p:cNvSpPr txBox="1"/>
          <p:nvPr/>
        </p:nvSpPr>
        <p:spPr>
          <a:xfrm>
            <a:off x="952500" y="5116830"/>
            <a:ext cx="3633470" cy="738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Conduct video conversations while real-time translation appears on the screen in both languages.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1532" name="图片 34"/>
          <p:cNvPicPr>
            <a:picLocks noChangeAspect="1"/>
          </p:cNvPicPr>
          <p:nvPr/>
        </p:nvPicPr>
        <p:blipFill>
          <a:blip r:embed="rId4"/>
          <a:srcRect l="33713" t="705" r="10503" b="5983"/>
          <a:stretch>
            <a:fillRect/>
          </a:stretch>
        </p:blipFill>
        <p:spPr>
          <a:xfrm>
            <a:off x="8813800" y="1041400"/>
            <a:ext cx="2490788" cy="2520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25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628" name="文本框 8"/>
          <p:cNvSpPr txBox="1"/>
          <p:nvPr/>
        </p:nvSpPr>
        <p:spPr>
          <a:xfrm>
            <a:off x="1176655" y="454025"/>
            <a:ext cx="27717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Technology Stack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6629" name="Straight Connector 69@|9FFC:0|FBC:0|LFC:9868950|LBC:16777215"/>
          <p:cNvCxnSpPr/>
          <p:nvPr/>
        </p:nvCxnSpPr>
        <p:spPr>
          <a:xfrm flipH="1" flipV="1">
            <a:off x="9162098" y="2858770"/>
            <a:ext cx="15240" cy="739775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0" name="Straight Connector 70@|9FFC:0|FBC:0|LFC:9868950|LBC:16777215"/>
          <p:cNvCxnSpPr/>
          <p:nvPr/>
        </p:nvCxnSpPr>
        <p:spPr>
          <a:xfrm flipV="1">
            <a:off x="6175693" y="2899410"/>
            <a:ext cx="10160" cy="853440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1" name="Straight Connector 71@|9FFC:0|FBC:0|LFC:9868950|LBC:16777215"/>
          <p:cNvCxnSpPr/>
          <p:nvPr/>
        </p:nvCxnSpPr>
        <p:spPr>
          <a:xfrm flipV="1">
            <a:off x="3159125" y="2931795"/>
            <a:ext cx="9525" cy="751840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3" name="Straight Connector 73@|9FFC:0|FBC:0|LFC:9868950|LBC:16777215"/>
          <p:cNvCxnSpPr/>
          <p:nvPr/>
        </p:nvCxnSpPr>
        <p:spPr>
          <a:xfrm flipV="1">
            <a:off x="3168333" y="2880678"/>
            <a:ext cx="5984240" cy="50800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34" name="Straight Connector 74@|9FFC:0|FBC:0|LFC:9868950|LBC:16777215"/>
          <p:cNvCxnSpPr/>
          <p:nvPr/>
        </p:nvCxnSpPr>
        <p:spPr>
          <a:xfrm flipV="1">
            <a:off x="6186170" y="2421573"/>
            <a:ext cx="0" cy="497840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5" name="Oval 19"/>
          <p:cNvSpPr>
            <a:spLocks noChangeArrowheads="1"/>
          </p:cNvSpPr>
          <p:nvPr/>
        </p:nvSpPr>
        <p:spPr bwMode="auto">
          <a:xfrm>
            <a:off x="5276850" y="812165"/>
            <a:ext cx="1790065" cy="1613535"/>
          </a:xfrm>
          <a:prstGeom prst="ellipse">
            <a:avLst/>
          </a:prstGeom>
          <a:solidFill>
            <a:srgbClr val="3EB198"/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8448040" y="3598545"/>
            <a:ext cx="1540510" cy="1249045"/>
          </a:xfrm>
          <a:prstGeom prst="ellipse">
            <a:avLst/>
          </a:prstGeom>
          <a:solidFill>
            <a:srgbClr val="2B7D6B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5337810" y="3598545"/>
            <a:ext cx="1699895" cy="1281430"/>
          </a:xfrm>
          <a:prstGeom prst="ellipse">
            <a:avLst/>
          </a:prstGeom>
          <a:solidFill>
            <a:srgbClr val="74CEBB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2404745" y="3628390"/>
            <a:ext cx="1544320" cy="1250950"/>
          </a:xfrm>
          <a:prstGeom prst="ellipse">
            <a:avLst/>
          </a:prstGeom>
          <a:solidFill>
            <a:srgbClr val="2B7D6B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645" name="TextBox 13@|17FFC:16777215|FBC:16777215|LFC:16777215|LBC:16777215"/>
          <p:cNvSpPr txBox="1"/>
          <p:nvPr/>
        </p:nvSpPr>
        <p:spPr>
          <a:xfrm>
            <a:off x="5321935" y="1307465"/>
            <a:ext cx="2174875" cy="81216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Technology 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    Stack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47" name="TextBox 13@|17FFC:16777215|FBC:16777215|LFC:16777215|LBC:16777215"/>
          <p:cNvSpPr txBox="1"/>
          <p:nvPr/>
        </p:nvSpPr>
        <p:spPr>
          <a:xfrm>
            <a:off x="2520633" y="4065905"/>
            <a:ext cx="1952625" cy="3689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Frontend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49" name="TextBox 13@|17FFC:16777215|FBC:16777215|LFC:16777215|LBC:16777215"/>
          <p:cNvSpPr txBox="1"/>
          <p:nvPr/>
        </p:nvSpPr>
        <p:spPr>
          <a:xfrm>
            <a:off x="5544503" y="4067493"/>
            <a:ext cx="1952625" cy="3689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Backend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51" name="TextBox 13@|17FFC:16777215|FBC:16777215|LFC:16777215|LBC:16777215"/>
          <p:cNvSpPr txBox="1"/>
          <p:nvPr/>
        </p:nvSpPr>
        <p:spPr>
          <a:xfrm>
            <a:off x="8539480" y="4061143"/>
            <a:ext cx="1952625" cy="3689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Database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222" name="文本框 8"/>
          <p:cNvSpPr txBox="1"/>
          <p:nvPr/>
        </p:nvSpPr>
        <p:spPr>
          <a:xfrm>
            <a:off x="1186498" y="454025"/>
            <a:ext cx="16046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Frontend: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86815" y="1584325"/>
            <a:ext cx="99364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React Native:</a:t>
            </a:r>
            <a:endParaRPr lang="en-US" sz="3200" b="1">
              <a:solidFill>
                <a:schemeClr val="bg1"/>
              </a:solidFill>
            </a:endParaRPr>
          </a:p>
          <a:p>
            <a:r>
              <a:rPr lang="en-US" sz="2400" b="1">
                <a:solidFill>
                  <a:schemeClr val="bg1"/>
                </a:solidFill>
              </a:rPr>
              <a:t>A cross-platform development framework for building native apps for iOS and Android.</a:t>
            </a:r>
            <a:endParaRPr lang="en-US" sz="2400" b="1">
              <a:solidFill>
                <a:schemeClr val="bg1"/>
              </a:solidFill>
            </a:endParaRPr>
          </a:p>
          <a:p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86815" y="3159125"/>
            <a:ext cx="97021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Why React Native?</a:t>
            </a:r>
            <a:endParaRPr lang="en-US" sz="3600" b="1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sz="2400" b="1">
                <a:solidFill>
                  <a:schemeClr val="bg1"/>
                </a:solidFill>
              </a:rPr>
              <a:t>Code reusability across platforms.</a:t>
            </a:r>
            <a:endParaRPr lang="en-US" sz="2400" b="1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sz="2400" b="1">
                <a:solidFill>
                  <a:schemeClr val="bg1"/>
                </a:solidFill>
              </a:rPr>
              <a:t>High-performance UI and responsive design.</a:t>
            </a:r>
            <a:endParaRPr 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241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244" name="文本框 8"/>
          <p:cNvSpPr txBox="1"/>
          <p:nvPr/>
        </p:nvSpPr>
        <p:spPr>
          <a:xfrm>
            <a:off x="1176338" y="454025"/>
            <a:ext cx="14535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Backend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86815" y="1584325"/>
            <a:ext cx="99364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Node.js with Express:</a:t>
            </a:r>
            <a:endParaRPr lang="en-US" sz="3600" b="1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r>
              <a:rPr lang="en-US" sz="2400" b="1">
                <a:solidFill>
                  <a:schemeClr val="bg1"/>
                </a:solidFill>
              </a:rPr>
              <a:t>Manages server-side logic and powers the APIs that support real-time communication.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86815" y="3159125"/>
            <a:ext cx="97021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Why Node.js?</a:t>
            </a:r>
            <a:endParaRPr lang="en-US" sz="3600" b="1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sz="2400" b="1">
                <a:solidFill>
                  <a:schemeClr val="bg1"/>
                </a:solidFill>
              </a:rPr>
              <a:t>Fast, scalable, and ideal for handling real-time data exchange</a:t>
            </a:r>
            <a:endParaRPr 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241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2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244" name="文本框 8"/>
          <p:cNvSpPr txBox="1"/>
          <p:nvPr/>
        </p:nvSpPr>
        <p:spPr>
          <a:xfrm>
            <a:off x="1176338" y="454025"/>
            <a:ext cx="153860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Database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86815" y="1584325"/>
            <a:ext cx="99364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MongoDB:</a:t>
            </a:r>
            <a:endParaRPr lang="en-US" sz="3600" b="1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r>
              <a:rPr lang="en-US" sz="2400" b="1">
                <a:solidFill>
                  <a:schemeClr val="bg1"/>
                </a:solidFill>
              </a:rPr>
              <a:t> A NoSQL database used for storing user data, message histories, and logs.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86815" y="3159125"/>
            <a:ext cx="97021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Why MongoDB?</a:t>
            </a:r>
            <a:endParaRPr lang="en-US" sz="3600" b="1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sz="2400" b="1">
                <a:solidFill>
                  <a:schemeClr val="bg1"/>
                </a:solidFill>
              </a:rPr>
              <a:t>Flexible, scalable, and ideal for handling complex data structures.</a:t>
            </a:r>
            <a:endParaRPr 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4578" name="文本框 34"/>
          <p:cNvSpPr txBox="1"/>
          <p:nvPr/>
        </p:nvSpPr>
        <p:spPr>
          <a:xfrm>
            <a:off x="5088096" y="3840163"/>
            <a:ext cx="4684395" cy="20612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Target Audience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&amp;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Competitive Advantage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ctr"/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1" name="文本框 38"/>
          <p:cNvSpPr txBox="1"/>
          <p:nvPr/>
        </p:nvSpPr>
        <p:spPr>
          <a:xfrm>
            <a:off x="6013450" y="3316288"/>
            <a:ext cx="2219325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FOUR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385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388" name="文本框 8"/>
          <p:cNvSpPr txBox="1"/>
          <p:nvPr/>
        </p:nvSpPr>
        <p:spPr>
          <a:xfrm>
            <a:off x="1176338" y="454025"/>
            <a:ext cx="253619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Target Audience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989013" y="2278063"/>
            <a:ext cx="5121275" cy="1570038"/>
          </a:xfrm>
          <a:prstGeom prst="rect">
            <a:avLst/>
          </a:prstGeom>
          <a:solidFill>
            <a:srgbClr val="3EB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6110605" y="2278380"/>
            <a:ext cx="5485130" cy="1570355"/>
          </a:xfrm>
          <a:prstGeom prst="rect">
            <a:avLst/>
          </a:prstGeom>
          <a:solidFill>
            <a:srgbClr val="2B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Rectangle 8"/>
          <p:cNvSpPr/>
          <p:nvPr/>
        </p:nvSpPr>
        <p:spPr>
          <a:xfrm>
            <a:off x="989013" y="3848100"/>
            <a:ext cx="5121275" cy="1568450"/>
          </a:xfrm>
          <a:prstGeom prst="rect">
            <a:avLst/>
          </a:prstGeom>
          <a:solidFill>
            <a:srgbClr val="2B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ectangle 9"/>
          <p:cNvSpPr/>
          <p:nvPr/>
        </p:nvSpPr>
        <p:spPr>
          <a:xfrm>
            <a:off x="6110605" y="3848100"/>
            <a:ext cx="5485130" cy="1568450"/>
          </a:xfrm>
          <a:prstGeom prst="rect">
            <a:avLst/>
          </a:prstGeom>
          <a:solidFill>
            <a:srgbClr val="3EB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Oval 10"/>
          <p:cNvSpPr/>
          <p:nvPr/>
        </p:nvSpPr>
        <p:spPr>
          <a:xfrm>
            <a:off x="4541838" y="2278063"/>
            <a:ext cx="3136900" cy="3138488"/>
          </a:xfrm>
          <a:prstGeom prst="ellipse">
            <a:avLst/>
          </a:prstGeom>
          <a:solidFill>
            <a:schemeClr val="bg1">
              <a:lumMod val="95000"/>
              <a:alpha val="3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6" rIns="121893" bIns="60946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4" name="Group 30"/>
          <p:cNvGrpSpPr/>
          <p:nvPr/>
        </p:nvGrpSpPr>
        <p:grpSpPr bwMode="auto">
          <a:xfrm>
            <a:off x="5118867" y="2755009"/>
            <a:ext cx="804426" cy="804638"/>
            <a:chOff x="1865313" y="2312988"/>
            <a:chExt cx="446087" cy="446087"/>
          </a:xfrm>
          <a:solidFill>
            <a:schemeClr val="bg1"/>
          </a:solidFill>
        </p:grpSpPr>
        <p:sp>
          <p:nvSpPr>
            <p:cNvPr id="15" name="Freeform 205@|5FFC:0|FBC:0|LFC:16777215|LBC:16777215"/>
            <p:cNvSpPr>
              <a:spLocks noChangeArrowheads="1"/>
            </p:cNvSpPr>
            <p:nvPr/>
          </p:nvSpPr>
          <p:spPr bwMode="auto">
            <a:xfrm>
              <a:off x="2052638" y="2455863"/>
              <a:ext cx="112712" cy="157162"/>
            </a:xfrm>
            <a:custGeom>
              <a:avLst/>
              <a:gdLst>
                <a:gd name="T0" fmla="*/ 302 w 313"/>
                <a:gd name="T1" fmla="*/ 196 h 437"/>
                <a:gd name="T2" fmla="*/ 41 w 313"/>
                <a:gd name="T3" fmla="*/ 9 h 437"/>
                <a:gd name="T4" fmla="*/ 10 w 313"/>
                <a:gd name="T5" fmla="*/ 9 h 437"/>
                <a:gd name="T6" fmla="*/ 0 w 313"/>
                <a:gd name="T7" fmla="*/ 30 h 437"/>
                <a:gd name="T8" fmla="*/ 0 w 313"/>
                <a:gd name="T9" fmla="*/ 405 h 437"/>
                <a:gd name="T10" fmla="*/ 10 w 313"/>
                <a:gd name="T11" fmla="*/ 436 h 437"/>
                <a:gd name="T12" fmla="*/ 31 w 313"/>
                <a:gd name="T13" fmla="*/ 436 h 437"/>
                <a:gd name="T14" fmla="*/ 41 w 313"/>
                <a:gd name="T15" fmla="*/ 436 h 437"/>
                <a:gd name="T16" fmla="*/ 302 w 313"/>
                <a:gd name="T17" fmla="*/ 249 h 437"/>
                <a:gd name="T18" fmla="*/ 312 w 313"/>
                <a:gd name="T19" fmla="*/ 217 h 437"/>
                <a:gd name="T20" fmla="*/ 302 w 313"/>
                <a:gd name="T21" fmla="*/ 196 h 437"/>
                <a:gd name="T22" fmla="*/ 302 w 313"/>
                <a:gd name="T23" fmla="*/ 196 h 437"/>
                <a:gd name="T24" fmla="*/ 302 w 313"/>
                <a:gd name="T25" fmla="*/ 196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3" h="437">
                  <a:moveTo>
                    <a:pt x="302" y="196"/>
                  </a:moveTo>
                  <a:cubicBezTo>
                    <a:pt x="41" y="9"/>
                    <a:pt x="41" y="9"/>
                    <a:pt x="41" y="9"/>
                  </a:cubicBezTo>
                  <a:cubicBezTo>
                    <a:pt x="31" y="0"/>
                    <a:pt x="20" y="0"/>
                    <a:pt x="10" y="9"/>
                  </a:cubicBezTo>
                  <a:cubicBezTo>
                    <a:pt x="0" y="9"/>
                    <a:pt x="0" y="19"/>
                    <a:pt x="0" y="30"/>
                  </a:cubicBezTo>
                  <a:cubicBezTo>
                    <a:pt x="0" y="405"/>
                    <a:pt x="0" y="405"/>
                    <a:pt x="0" y="405"/>
                  </a:cubicBezTo>
                  <a:cubicBezTo>
                    <a:pt x="0" y="426"/>
                    <a:pt x="0" y="436"/>
                    <a:pt x="10" y="436"/>
                  </a:cubicBezTo>
                  <a:cubicBezTo>
                    <a:pt x="20" y="436"/>
                    <a:pt x="20" y="436"/>
                    <a:pt x="31" y="436"/>
                  </a:cubicBezTo>
                  <a:lnTo>
                    <a:pt x="41" y="436"/>
                  </a:lnTo>
                  <a:cubicBezTo>
                    <a:pt x="302" y="249"/>
                    <a:pt x="302" y="249"/>
                    <a:pt x="302" y="249"/>
                  </a:cubicBezTo>
                  <a:cubicBezTo>
                    <a:pt x="312" y="238"/>
                    <a:pt x="312" y="228"/>
                    <a:pt x="312" y="217"/>
                  </a:cubicBezTo>
                  <a:cubicBezTo>
                    <a:pt x="312" y="207"/>
                    <a:pt x="312" y="207"/>
                    <a:pt x="302" y="196"/>
                  </a:cubicBezTo>
                  <a:close/>
                  <a:moveTo>
                    <a:pt x="302" y="196"/>
                  </a:moveTo>
                  <a:lnTo>
                    <a:pt x="302" y="196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206@|5FFC:0|FBC:0|LFC:16777215|LBC:16777215"/>
            <p:cNvSpPr>
              <a:spLocks noChangeArrowheads="1"/>
            </p:cNvSpPr>
            <p:nvPr/>
          </p:nvSpPr>
          <p:spPr bwMode="auto">
            <a:xfrm>
              <a:off x="1865313" y="2312988"/>
              <a:ext cx="446087" cy="446087"/>
            </a:xfrm>
            <a:custGeom>
              <a:avLst/>
              <a:gdLst>
                <a:gd name="T0" fmla="*/ 614 w 1240"/>
                <a:gd name="T1" fmla="*/ 0 h 1240"/>
                <a:gd name="T2" fmla="*/ 0 w 1240"/>
                <a:gd name="T3" fmla="*/ 614 h 1240"/>
                <a:gd name="T4" fmla="*/ 614 w 1240"/>
                <a:gd name="T5" fmla="*/ 1239 h 1240"/>
                <a:gd name="T6" fmla="*/ 1239 w 1240"/>
                <a:gd name="T7" fmla="*/ 614 h 1240"/>
                <a:gd name="T8" fmla="*/ 614 w 1240"/>
                <a:gd name="T9" fmla="*/ 0 h 1240"/>
                <a:gd name="T10" fmla="*/ 614 w 1240"/>
                <a:gd name="T11" fmla="*/ 1135 h 1240"/>
                <a:gd name="T12" fmla="*/ 104 w 1240"/>
                <a:gd name="T13" fmla="*/ 614 h 1240"/>
                <a:gd name="T14" fmla="*/ 614 w 1240"/>
                <a:gd name="T15" fmla="*/ 104 h 1240"/>
                <a:gd name="T16" fmla="*/ 1135 w 1240"/>
                <a:gd name="T17" fmla="*/ 614 h 1240"/>
                <a:gd name="T18" fmla="*/ 614 w 1240"/>
                <a:gd name="T19" fmla="*/ 1135 h 1240"/>
                <a:gd name="T20" fmla="*/ 614 w 1240"/>
                <a:gd name="T21" fmla="*/ 1135 h 1240"/>
                <a:gd name="T22" fmla="*/ 614 w 1240"/>
                <a:gd name="T23" fmla="*/ 1135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40" h="1240">
                  <a:moveTo>
                    <a:pt x="614" y="0"/>
                  </a:moveTo>
                  <a:cubicBezTo>
                    <a:pt x="271" y="0"/>
                    <a:pt x="0" y="271"/>
                    <a:pt x="0" y="614"/>
                  </a:cubicBezTo>
                  <a:cubicBezTo>
                    <a:pt x="0" y="958"/>
                    <a:pt x="271" y="1239"/>
                    <a:pt x="614" y="1239"/>
                  </a:cubicBezTo>
                  <a:cubicBezTo>
                    <a:pt x="969" y="1239"/>
                    <a:pt x="1239" y="958"/>
                    <a:pt x="1239" y="614"/>
                  </a:cubicBezTo>
                  <a:cubicBezTo>
                    <a:pt x="1239" y="271"/>
                    <a:pt x="969" y="0"/>
                    <a:pt x="614" y="0"/>
                  </a:cubicBezTo>
                  <a:close/>
                  <a:moveTo>
                    <a:pt x="614" y="1135"/>
                  </a:moveTo>
                  <a:cubicBezTo>
                    <a:pt x="333" y="1135"/>
                    <a:pt x="104" y="906"/>
                    <a:pt x="104" y="614"/>
                  </a:cubicBezTo>
                  <a:cubicBezTo>
                    <a:pt x="104" y="333"/>
                    <a:pt x="333" y="104"/>
                    <a:pt x="614" y="104"/>
                  </a:cubicBezTo>
                  <a:cubicBezTo>
                    <a:pt x="906" y="104"/>
                    <a:pt x="1135" y="333"/>
                    <a:pt x="1135" y="614"/>
                  </a:cubicBezTo>
                  <a:cubicBezTo>
                    <a:pt x="1135" y="906"/>
                    <a:pt x="906" y="1135"/>
                    <a:pt x="614" y="1135"/>
                  </a:cubicBezTo>
                  <a:close/>
                  <a:moveTo>
                    <a:pt x="614" y="1135"/>
                  </a:moveTo>
                  <a:lnTo>
                    <a:pt x="614" y="11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6397" name="Freeform 214"/>
          <p:cNvSpPr/>
          <p:nvPr/>
        </p:nvSpPr>
        <p:spPr>
          <a:xfrm>
            <a:off x="5084763" y="4114800"/>
            <a:ext cx="831850" cy="660400"/>
          </a:xfrm>
          <a:custGeom>
            <a:avLst/>
            <a:gdLst/>
            <a:ahLst/>
            <a:cxnLst>
              <a:cxn ang="0">
                <a:pos x="419312" y="248471"/>
              </a:cxn>
              <a:cxn ang="0">
                <a:pos x="294712" y="373079"/>
              </a:cxn>
              <a:cxn ang="0">
                <a:pos x="419312" y="497687"/>
              </a:cxn>
              <a:cxn ang="0">
                <a:pos x="543912" y="373079"/>
              </a:cxn>
              <a:cxn ang="0">
                <a:pos x="419312" y="248471"/>
              </a:cxn>
              <a:cxn ang="0">
                <a:pos x="746107" y="124608"/>
              </a:cxn>
              <a:cxn ang="0">
                <a:pos x="652843" y="124608"/>
              </a:cxn>
              <a:cxn ang="0">
                <a:pos x="613300" y="100731"/>
              </a:cxn>
              <a:cxn ang="0">
                <a:pos x="590170" y="23131"/>
              </a:cxn>
              <a:cxn ang="0">
                <a:pos x="559580" y="0"/>
              </a:cxn>
              <a:cxn ang="0">
                <a:pos x="279790" y="0"/>
              </a:cxn>
              <a:cxn ang="0">
                <a:pos x="240246" y="23131"/>
              </a:cxn>
              <a:cxn ang="0">
                <a:pos x="217117" y="100731"/>
              </a:cxn>
              <a:cxn ang="0">
                <a:pos x="186527" y="124608"/>
              </a:cxn>
              <a:cxn ang="0">
                <a:pos x="85056" y="124608"/>
              </a:cxn>
              <a:cxn ang="0">
                <a:pos x="0" y="209670"/>
              </a:cxn>
              <a:cxn ang="0">
                <a:pos x="0" y="582749"/>
              </a:cxn>
              <a:cxn ang="0">
                <a:pos x="85056" y="660350"/>
              </a:cxn>
              <a:cxn ang="0">
                <a:pos x="746107" y="660350"/>
              </a:cxn>
              <a:cxn ang="0">
                <a:pos x="831163" y="582749"/>
              </a:cxn>
              <a:cxn ang="0">
                <a:pos x="831163" y="209670"/>
              </a:cxn>
              <a:cxn ang="0">
                <a:pos x="746107" y="124608"/>
              </a:cxn>
              <a:cxn ang="0">
                <a:pos x="419312" y="582749"/>
              </a:cxn>
              <a:cxn ang="0">
                <a:pos x="209656" y="373079"/>
              </a:cxn>
              <a:cxn ang="0">
                <a:pos x="419312" y="163409"/>
              </a:cxn>
              <a:cxn ang="0">
                <a:pos x="621507" y="373079"/>
              </a:cxn>
              <a:cxn ang="0">
                <a:pos x="419312" y="582749"/>
              </a:cxn>
              <a:cxn ang="0">
                <a:pos x="722231" y="264140"/>
              </a:cxn>
              <a:cxn ang="0">
                <a:pos x="691641" y="232801"/>
              </a:cxn>
              <a:cxn ang="0">
                <a:pos x="722231" y="209670"/>
              </a:cxn>
              <a:cxn ang="0">
                <a:pos x="746107" y="232801"/>
              </a:cxn>
              <a:cxn ang="0">
                <a:pos x="722231" y="264140"/>
              </a:cxn>
              <a:cxn ang="0">
                <a:pos x="722231" y="264140"/>
              </a:cxn>
              <a:cxn ang="0">
                <a:pos x="722231" y="264140"/>
              </a:cxn>
            </a:cxnLst>
            <a:pathLst>
              <a:path w="1115" h="886">
                <a:moveTo>
                  <a:pt x="562" y="333"/>
                </a:moveTo>
                <a:cubicBezTo>
                  <a:pt x="468" y="333"/>
                  <a:pt x="395" y="406"/>
                  <a:pt x="395" y="500"/>
                </a:cubicBezTo>
                <a:cubicBezTo>
                  <a:pt x="395" y="594"/>
                  <a:pt x="468" y="667"/>
                  <a:pt x="562" y="667"/>
                </a:cubicBezTo>
                <a:cubicBezTo>
                  <a:pt x="645" y="667"/>
                  <a:pt x="729" y="594"/>
                  <a:pt x="729" y="500"/>
                </a:cubicBezTo>
                <a:cubicBezTo>
                  <a:pt x="729" y="406"/>
                  <a:pt x="645" y="333"/>
                  <a:pt x="562" y="333"/>
                </a:cubicBezTo>
                <a:close/>
                <a:moveTo>
                  <a:pt x="1000" y="167"/>
                </a:moveTo>
                <a:cubicBezTo>
                  <a:pt x="875" y="167"/>
                  <a:pt x="875" y="167"/>
                  <a:pt x="875" y="167"/>
                </a:cubicBezTo>
                <a:cubicBezTo>
                  <a:pt x="854" y="167"/>
                  <a:pt x="833" y="156"/>
                  <a:pt x="822" y="135"/>
                </a:cubicBezTo>
                <a:cubicBezTo>
                  <a:pt x="791" y="31"/>
                  <a:pt x="791" y="31"/>
                  <a:pt x="791" y="31"/>
                </a:cubicBezTo>
                <a:cubicBezTo>
                  <a:pt x="781" y="10"/>
                  <a:pt x="770" y="0"/>
                  <a:pt x="750" y="0"/>
                </a:cubicBezTo>
                <a:cubicBezTo>
                  <a:pt x="375" y="0"/>
                  <a:pt x="375" y="0"/>
                  <a:pt x="375" y="0"/>
                </a:cubicBezTo>
                <a:cubicBezTo>
                  <a:pt x="354" y="0"/>
                  <a:pt x="333" y="10"/>
                  <a:pt x="322" y="31"/>
                </a:cubicBezTo>
                <a:cubicBezTo>
                  <a:pt x="291" y="135"/>
                  <a:pt x="291" y="135"/>
                  <a:pt x="291" y="135"/>
                </a:cubicBezTo>
                <a:cubicBezTo>
                  <a:pt x="281" y="156"/>
                  <a:pt x="270" y="167"/>
                  <a:pt x="250" y="167"/>
                </a:cubicBezTo>
                <a:cubicBezTo>
                  <a:pt x="114" y="167"/>
                  <a:pt x="114" y="167"/>
                  <a:pt x="114" y="167"/>
                </a:cubicBezTo>
                <a:cubicBezTo>
                  <a:pt x="52" y="167"/>
                  <a:pt x="0" y="219"/>
                  <a:pt x="0" y="281"/>
                </a:cubicBezTo>
                <a:cubicBezTo>
                  <a:pt x="0" y="781"/>
                  <a:pt x="0" y="781"/>
                  <a:pt x="0" y="781"/>
                </a:cubicBezTo>
                <a:cubicBezTo>
                  <a:pt x="0" y="844"/>
                  <a:pt x="52" y="885"/>
                  <a:pt x="114" y="885"/>
                </a:cubicBezTo>
                <a:cubicBezTo>
                  <a:pt x="1000" y="885"/>
                  <a:pt x="1000" y="885"/>
                  <a:pt x="1000" y="885"/>
                </a:cubicBezTo>
                <a:cubicBezTo>
                  <a:pt x="1062" y="885"/>
                  <a:pt x="1114" y="844"/>
                  <a:pt x="1114" y="781"/>
                </a:cubicBezTo>
                <a:cubicBezTo>
                  <a:pt x="1114" y="281"/>
                  <a:pt x="1114" y="281"/>
                  <a:pt x="1114" y="281"/>
                </a:cubicBezTo>
                <a:cubicBezTo>
                  <a:pt x="1114" y="219"/>
                  <a:pt x="1062" y="167"/>
                  <a:pt x="1000" y="167"/>
                </a:cubicBezTo>
                <a:close/>
                <a:moveTo>
                  <a:pt x="562" y="781"/>
                </a:moveTo>
                <a:cubicBezTo>
                  <a:pt x="406" y="781"/>
                  <a:pt x="281" y="656"/>
                  <a:pt x="281" y="500"/>
                </a:cubicBezTo>
                <a:cubicBezTo>
                  <a:pt x="281" y="344"/>
                  <a:pt x="406" y="219"/>
                  <a:pt x="562" y="219"/>
                </a:cubicBezTo>
                <a:cubicBezTo>
                  <a:pt x="708" y="219"/>
                  <a:pt x="833" y="344"/>
                  <a:pt x="833" y="500"/>
                </a:cubicBezTo>
                <a:cubicBezTo>
                  <a:pt x="833" y="656"/>
                  <a:pt x="708" y="781"/>
                  <a:pt x="562" y="781"/>
                </a:cubicBezTo>
                <a:close/>
                <a:moveTo>
                  <a:pt x="968" y="354"/>
                </a:moveTo>
                <a:cubicBezTo>
                  <a:pt x="947" y="354"/>
                  <a:pt x="927" y="333"/>
                  <a:pt x="927" y="312"/>
                </a:cubicBezTo>
                <a:cubicBezTo>
                  <a:pt x="927" y="292"/>
                  <a:pt x="947" y="281"/>
                  <a:pt x="968" y="281"/>
                </a:cubicBezTo>
                <a:cubicBezTo>
                  <a:pt x="989" y="281"/>
                  <a:pt x="1000" y="292"/>
                  <a:pt x="1000" y="312"/>
                </a:cubicBezTo>
                <a:cubicBezTo>
                  <a:pt x="1000" y="333"/>
                  <a:pt x="989" y="354"/>
                  <a:pt x="968" y="354"/>
                </a:cubicBezTo>
                <a:close/>
                <a:moveTo>
                  <a:pt x="968" y="354"/>
                </a:moveTo>
                <a:lnTo>
                  <a:pt x="968" y="354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6398" name="TextBox 13"/>
          <p:cNvSpPr txBox="1"/>
          <p:nvPr/>
        </p:nvSpPr>
        <p:spPr>
          <a:xfrm>
            <a:off x="7759700" y="2435225"/>
            <a:ext cx="3379470" cy="3689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Freelancers: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399" name="TextBox 13"/>
          <p:cNvSpPr txBox="1"/>
          <p:nvPr/>
        </p:nvSpPr>
        <p:spPr>
          <a:xfrm>
            <a:off x="7759700" y="2872740"/>
            <a:ext cx="3566795" cy="83058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r" defTabSz="1216025">
              <a:spcBef>
                <a:spcPct val="20000"/>
              </a:spcBef>
            </a:pP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Those practicing and learning new languages with the help of real-time translation.</a:t>
            </a: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0" name="TextBox 13"/>
          <p:cNvSpPr txBox="1"/>
          <p:nvPr/>
        </p:nvSpPr>
        <p:spPr>
          <a:xfrm>
            <a:off x="1176655" y="2455545"/>
            <a:ext cx="3487420" cy="3689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Global Professionals: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1" name="TextBox 13"/>
          <p:cNvSpPr txBox="1"/>
          <p:nvPr/>
        </p:nvSpPr>
        <p:spPr>
          <a:xfrm>
            <a:off x="1118870" y="2908300"/>
            <a:ext cx="2973705" cy="80581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noAutofit/>
          </a:bodyPr>
          <a:p>
            <a:pPr algn="l" defTabSz="1216025">
              <a:spcBef>
                <a:spcPct val="20000"/>
              </a:spcBef>
            </a:pP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Working in multinational companies or with international clients.</a:t>
            </a: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2" name="TextBox 13"/>
          <p:cNvSpPr txBox="1"/>
          <p:nvPr/>
        </p:nvSpPr>
        <p:spPr>
          <a:xfrm>
            <a:off x="7775575" y="3952240"/>
            <a:ext cx="3606800" cy="3689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International Businesses: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3" name="TextBox 13"/>
          <p:cNvSpPr txBox="1"/>
          <p:nvPr/>
        </p:nvSpPr>
        <p:spPr>
          <a:xfrm>
            <a:off x="7766685" y="4465320"/>
            <a:ext cx="3828415" cy="28238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l" defTabSz="1216025">
              <a:spcBef>
                <a:spcPct val="20000"/>
              </a:spcBef>
            </a:pP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Breaks language barriers, enabling smooth real-time communication and boosting global partnerships.</a:t>
            </a: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 algn="l" defTabSz="1216025">
              <a:spcBef>
                <a:spcPct val="20000"/>
              </a:spcBef>
            </a:pP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 algn="l" defTabSz="1216025">
              <a:spcBef>
                <a:spcPct val="20000"/>
              </a:spcBef>
            </a:pP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 algn="l" defTabSz="1216025">
              <a:spcBef>
                <a:spcPct val="20000"/>
              </a:spcBef>
            </a:pP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 algn="l" defTabSz="1216025">
              <a:spcBef>
                <a:spcPct val="20000"/>
              </a:spcBef>
            </a:pP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 algn="l" defTabSz="1216025">
              <a:spcBef>
                <a:spcPct val="20000"/>
              </a:spcBef>
            </a:pP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 algn="l" defTabSz="1216025">
              <a:spcBef>
                <a:spcPct val="20000"/>
              </a:spcBef>
            </a:pP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4" name="TextBox 13"/>
          <p:cNvSpPr txBox="1"/>
          <p:nvPr/>
        </p:nvSpPr>
        <p:spPr>
          <a:xfrm>
            <a:off x="1176655" y="3952240"/>
            <a:ext cx="1406525" cy="36893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Travelers: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05" name="TextBox 13"/>
          <p:cNvSpPr txBox="1"/>
          <p:nvPr/>
        </p:nvSpPr>
        <p:spPr>
          <a:xfrm>
            <a:off x="1169670" y="4522470"/>
            <a:ext cx="2882265" cy="55372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l" defTabSz="1216025">
              <a:spcBef>
                <a:spcPct val="20000"/>
              </a:spcBef>
            </a:pP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Communicate easily with locals across the world.</a:t>
            </a: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Freeform 91"/>
          <p:cNvSpPr>
            <a:spLocks noEditPoints="1"/>
          </p:cNvSpPr>
          <p:nvPr/>
        </p:nvSpPr>
        <p:spPr bwMode="auto">
          <a:xfrm>
            <a:off x="6379210" y="4114800"/>
            <a:ext cx="828675" cy="788670"/>
          </a:xfrm>
          <a:custGeom>
            <a:avLst/>
            <a:gdLst/>
            <a:ahLst/>
            <a:cxnLst>
              <a:cxn ang="0">
                <a:pos x="0" y="31"/>
              </a:cxn>
              <a:cxn ang="0">
                <a:pos x="41" y="22"/>
              </a:cxn>
              <a:cxn ang="0">
                <a:pos x="45" y="20"/>
              </a:cxn>
              <a:cxn ang="0">
                <a:pos x="49" y="19"/>
              </a:cxn>
              <a:cxn ang="0">
                <a:pos x="48" y="17"/>
              </a:cxn>
              <a:cxn ang="0">
                <a:pos x="45" y="15"/>
              </a:cxn>
              <a:cxn ang="0">
                <a:pos x="43" y="15"/>
              </a:cxn>
              <a:cxn ang="0">
                <a:pos x="42" y="14"/>
              </a:cxn>
              <a:cxn ang="0">
                <a:pos x="38" y="12"/>
              </a:cxn>
              <a:cxn ang="0">
                <a:pos x="38" y="16"/>
              </a:cxn>
              <a:cxn ang="0">
                <a:pos x="37" y="19"/>
              </a:cxn>
              <a:cxn ang="0">
                <a:pos x="33" y="17"/>
              </a:cxn>
              <a:cxn ang="0">
                <a:pos x="29" y="15"/>
              </a:cxn>
              <a:cxn ang="0">
                <a:pos x="30" y="11"/>
              </a:cxn>
              <a:cxn ang="0">
                <a:pos x="35" y="10"/>
              </a:cxn>
              <a:cxn ang="0">
                <a:pos x="34" y="8"/>
              </a:cxn>
              <a:cxn ang="0">
                <a:pos x="31" y="9"/>
              </a:cxn>
              <a:cxn ang="0">
                <a:pos x="27" y="6"/>
              </a:cxn>
              <a:cxn ang="0">
                <a:pos x="28" y="9"/>
              </a:cxn>
              <a:cxn ang="0">
                <a:pos x="26" y="9"/>
              </a:cxn>
              <a:cxn ang="0">
                <a:pos x="23" y="7"/>
              </a:cxn>
              <a:cxn ang="0">
                <a:pos x="21" y="8"/>
              </a:cxn>
              <a:cxn ang="0">
                <a:pos x="23" y="9"/>
              </a:cxn>
              <a:cxn ang="0">
                <a:pos x="22" y="10"/>
              </a:cxn>
              <a:cxn ang="0">
                <a:pos x="10" y="18"/>
              </a:cxn>
              <a:cxn ang="0">
                <a:pos x="11" y="19"/>
              </a:cxn>
              <a:cxn ang="0">
                <a:pos x="13" y="22"/>
              </a:cxn>
              <a:cxn ang="0">
                <a:pos x="12" y="26"/>
              </a:cxn>
              <a:cxn ang="0">
                <a:pos x="15" y="30"/>
              </a:cxn>
              <a:cxn ang="0">
                <a:pos x="18" y="35"/>
              </a:cxn>
              <a:cxn ang="0">
                <a:pos x="19" y="37"/>
              </a:cxn>
              <a:cxn ang="0">
                <a:pos x="17" y="32"/>
              </a:cxn>
              <a:cxn ang="0">
                <a:pos x="21" y="37"/>
              </a:cxn>
              <a:cxn ang="0">
                <a:pos x="25" y="41"/>
              </a:cxn>
              <a:cxn ang="0">
                <a:pos x="30" y="44"/>
              </a:cxn>
              <a:cxn ang="0">
                <a:pos x="35" y="47"/>
              </a:cxn>
              <a:cxn ang="0">
                <a:pos x="36" y="47"/>
              </a:cxn>
              <a:cxn ang="0">
                <a:pos x="34" y="43"/>
              </a:cxn>
              <a:cxn ang="0">
                <a:pos x="32" y="42"/>
              </a:cxn>
              <a:cxn ang="0">
                <a:pos x="32" y="39"/>
              </a:cxn>
              <a:cxn ang="0">
                <a:pos x="28" y="41"/>
              </a:cxn>
              <a:cxn ang="0">
                <a:pos x="27" y="34"/>
              </a:cxn>
              <a:cxn ang="0">
                <a:pos x="30" y="34"/>
              </a:cxn>
              <a:cxn ang="0">
                <a:pos x="32" y="33"/>
              </a:cxn>
              <a:cxn ang="0">
                <a:pos x="35" y="34"/>
              </a:cxn>
              <a:cxn ang="0">
                <a:pos x="36" y="33"/>
              </a:cxn>
              <a:cxn ang="0">
                <a:pos x="38" y="29"/>
              </a:cxn>
              <a:cxn ang="0">
                <a:pos x="38" y="28"/>
              </a:cxn>
              <a:cxn ang="0">
                <a:pos x="41" y="26"/>
              </a:cxn>
              <a:cxn ang="0">
                <a:pos x="43" y="23"/>
              </a:cxn>
              <a:cxn ang="0">
                <a:pos x="44" y="22"/>
              </a:cxn>
              <a:cxn ang="0">
                <a:pos x="41" y="22"/>
              </a:cxn>
              <a:cxn ang="0">
                <a:pos x="48" y="48"/>
              </a:cxn>
              <a:cxn ang="0">
                <a:pos x="44" y="47"/>
              </a:cxn>
              <a:cxn ang="0">
                <a:pos x="41" y="47"/>
              </a:cxn>
              <a:cxn ang="0">
                <a:pos x="38" y="46"/>
              </a:cxn>
              <a:cxn ang="0">
                <a:pos x="37" y="50"/>
              </a:cxn>
              <a:cxn ang="0">
                <a:pos x="36" y="54"/>
              </a:cxn>
              <a:cxn ang="0">
                <a:pos x="50" y="49"/>
              </a:cxn>
            </a:cxnLst>
            <a:rect l="0" t="0" r="r" b="b"/>
            <a:pathLst>
              <a:path w="62" h="62">
                <a:moveTo>
                  <a:pt x="62" y="31"/>
                </a:moveTo>
                <a:cubicBezTo>
                  <a:pt x="62" y="48"/>
                  <a:pt x="48" y="62"/>
                  <a:pt x="31" y="62"/>
                </a:cubicBez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lose/>
                <a:moveTo>
                  <a:pt x="41" y="22"/>
                </a:moveTo>
                <a:cubicBezTo>
                  <a:pt x="42" y="22"/>
                  <a:pt x="42" y="21"/>
                  <a:pt x="42" y="21"/>
                </a:cubicBezTo>
                <a:cubicBezTo>
                  <a:pt x="42" y="21"/>
                  <a:pt x="42" y="21"/>
                  <a:pt x="43" y="21"/>
                </a:cubicBezTo>
                <a:cubicBezTo>
                  <a:pt x="43" y="20"/>
                  <a:pt x="44" y="20"/>
                  <a:pt x="45" y="20"/>
                </a:cubicBezTo>
                <a:cubicBezTo>
                  <a:pt x="46" y="20"/>
                  <a:pt x="46" y="20"/>
                  <a:pt x="47" y="21"/>
                </a:cubicBezTo>
                <a:cubicBezTo>
                  <a:pt x="47" y="20"/>
                  <a:pt x="48" y="20"/>
                  <a:pt x="48" y="20"/>
                </a:cubicBezTo>
                <a:cubicBezTo>
                  <a:pt x="48" y="19"/>
                  <a:pt x="49" y="19"/>
                  <a:pt x="49" y="19"/>
                </a:cubicBezTo>
                <a:cubicBezTo>
                  <a:pt x="49" y="19"/>
                  <a:pt x="49" y="18"/>
                  <a:pt x="49" y="18"/>
                </a:cubicBezTo>
                <a:cubicBezTo>
                  <a:pt x="49" y="18"/>
                  <a:pt x="48" y="18"/>
                  <a:pt x="48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7"/>
                  <a:pt x="47" y="17"/>
                  <a:pt x="47" y="17"/>
                </a:cubicBezTo>
                <a:cubicBezTo>
                  <a:pt x="46" y="17"/>
                  <a:pt x="46" y="16"/>
                  <a:pt x="46" y="16"/>
                </a:cubicBezTo>
                <a:cubicBezTo>
                  <a:pt x="46" y="15"/>
                  <a:pt x="45" y="15"/>
                  <a:pt x="45" y="15"/>
                </a:cubicBezTo>
                <a:cubicBezTo>
                  <a:pt x="45" y="15"/>
                  <a:pt x="45" y="14"/>
                  <a:pt x="45" y="14"/>
                </a:cubicBezTo>
                <a:cubicBezTo>
                  <a:pt x="44" y="14"/>
                  <a:pt x="44" y="15"/>
                  <a:pt x="44" y="15"/>
                </a:cubicBezTo>
                <a:cubicBezTo>
                  <a:pt x="43" y="15"/>
                  <a:pt x="43" y="15"/>
                  <a:pt x="43" y="15"/>
                </a:cubicBezTo>
                <a:cubicBezTo>
                  <a:pt x="43" y="15"/>
                  <a:pt x="43" y="15"/>
                  <a:pt x="42" y="15"/>
                </a:cubicBezTo>
                <a:cubicBezTo>
                  <a:pt x="43" y="15"/>
                  <a:pt x="42" y="15"/>
                  <a:pt x="42" y="15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3"/>
                  <a:pt x="41" y="13"/>
                  <a:pt x="40" y="13"/>
                </a:cubicBezTo>
                <a:cubicBezTo>
                  <a:pt x="40" y="12"/>
                  <a:pt x="38" y="12"/>
                  <a:pt x="38" y="12"/>
                </a:cubicBezTo>
                <a:cubicBezTo>
                  <a:pt x="37" y="13"/>
                  <a:pt x="38" y="13"/>
                  <a:pt x="38" y="14"/>
                </a:cubicBezTo>
                <a:cubicBezTo>
                  <a:pt x="38" y="14"/>
                  <a:pt x="37" y="14"/>
                  <a:pt x="37" y="15"/>
                </a:cubicBezTo>
                <a:cubicBezTo>
                  <a:pt x="37" y="15"/>
                  <a:pt x="38" y="15"/>
                  <a:pt x="38" y="16"/>
                </a:cubicBezTo>
                <a:cubicBezTo>
                  <a:pt x="38" y="17"/>
                  <a:pt x="37" y="17"/>
                  <a:pt x="37" y="17"/>
                </a:cubicBezTo>
                <a:cubicBezTo>
                  <a:pt x="37" y="18"/>
                  <a:pt x="37" y="18"/>
                  <a:pt x="37" y="19"/>
                </a:cubicBezTo>
                <a:cubicBezTo>
                  <a:pt x="38" y="19"/>
                  <a:pt x="37" y="19"/>
                  <a:pt x="37" y="19"/>
                </a:cubicBezTo>
                <a:cubicBezTo>
                  <a:pt x="36" y="20"/>
                  <a:pt x="35" y="19"/>
                  <a:pt x="35" y="18"/>
                </a:cubicBezTo>
                <a:cubicBezTo>
                  <a:pt x="35" y="18"/>
                  <a:pt x="35" y="17"/>
                  <a:pt x="34" y="17"/>
                </a:cubicBezTo>
                <a:cubicBezTo>
                  <a:pt x="34" y="17"/>
                  <a:pt x="33" y="17"/>
                  <a:pt x="33" y="17"/>
                </a:cubicBezTo>
                <a:cubicBezTo>
                  <a:pt x="33" y="16"/>
                  <a:pt x="32" y="16"/>
                  <a:pt x="32" y="16"/>
                </a:cubicBezTo>
                <a:cubicBezTo>
                  <a:pt x="31" y="16"/>
                  <a:pt x="30" y="16"/>
                  <a:pt x="29" y="16"/>
                </a:cubicBezTo>
                <a:cubicBezTo>
                  <a:pt x="30" y="16"/>
                  <a:pt x="29" y="15"/>
                  <a:pt x="29" y="15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12"/>
                  <a:pt x="30" y="11"/>
                  <a:pt x="30" y="11"/>
                </a:cubicBezTo>
                <a:cubicBezTo>
                  <a:pt x="31" y="12"/>
                  <a:pt x="31" y="12"/>
                  <a:pt x="32" y="11"/>
                </a:cubicBezTo>
                <a:cubicBezTo>
                  <a:pt x="32" y="11"/>
                  <a:pt x="32" y="10"/>
                  <a:pt x="33" y="10"/>
                </a:cubicBezTo>
                <a:cubicBezTo>
                  <a:pt x="33" y="9"/>
                  <a:pt x="34" y="10"/>
                  <a:pt x="35" y="10"/>
                </a:cubicBezTo>
                <a:cubicBezTo>
                  <a:pt x="35" y="10"/>
                  <a:pt x="35" y="9"/>
                  <a:pt x="35" y="9"/>
                </a:cubicBezTo>
                <a:cubicBezTo>
                  <a:pt x="35" y="9"/>
                  <a:pt x="35" y="8"/>
                  <a:pt x="35" y="8"/>
                </a:cubicBezTo>
                <a:cubicBezTo>
                  <a:pt x="34" y="7"/>
                  <a:pt x="33" y="8"/>
                  <a:pt x="34" y="8"/>
                </a:cubicBezTo>
                <a:cubicBezTo>
                  <a:pt x="34" y="8"/>
                  <a:pt x="33" y="10"/>
                  <a:pt x="32" y="9"/>
                </a:cubicBezTo>
                <a:cubicBezTo>
                  <a:pt x="32" y="9"/>
                  <a:pt x="32" y="8"/>
                  <a:pt x="31" y="8"/>
                </a:cubicBezTo>
                <a:cubicBezTo>
                  <a:pt x="31" y="8"/>
                  <a:pt x="31" y="8"/>
                  <a:pt x="31" y="9"/>
                </a:cubicBezTo>
                <a:cubicBezTo>
                  <a:pt x="31" y="8"/>
                  <a:pt x="30" y="8"/>
                  <a:pt x="29" y="8"/>
                </a:cubicBezTo>
                <a:cubicBezTo>
                  <a:pt x="30" y="7"/>
                  <a:pt x="29" y="7"/>
                  <a:pt x="29" y="7"/>
                </a:cubicBezTo>
                <a:cubicBezTo>
                  <a:pt x="29" y="6"/>
                  <a:pt x="28" y="6"/>
                  <a:pt x="27" y="6"/>
                </a:cubicBezTo>
                <a:cubicBezTo>
                  <a:pt x="27" y="7"/>
                  <a:pt x="28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8" y="9"/>
                  <a:pt x="28" y="9"/>
                </a:cubicBezTo>
                <a:cubicBezTo>
                  <a:pt x="28" y="9"/>
                  <a:pt x="28" y="10"/>
                  <a:pt x="28" y="10"/>
                </a:cubicBezTo>
                <a:cubicBezTo>
                  <a:pt x="27" y="10"/>
                  <a:pt x="27" y="9"/>
                  <a:pt x="27" y="9"/>
                </a:cubicBezTo>
                <a:cubicBezTo>
                  <a:pt x="28" y="9"/>
                  <a:pt x="26" y="9"/>
                  <a:pt x="26" y="9"/>
                </a:cubicBezTo>
                <a:cubicBezTo>
                  <a:pt x="25" y="9"/>
                  <a:pt x="24" y="9"/>
                  <a:pt x="24" y="9"/>
                </a:cubicBezTo>
                <a:cubicBezTo>
                  <a:pt x="24" y="8"/>
                  <a:pt x="24" y="7"/>
                  <a:pt x="24" y="8"/>
                </a:cubicBezTo>
                <a:cubicBezTo>
                  <a:pt x="24" y="7"/>
                  <a:pt x="23" y="7"/>
                  <a:pt x="23" y="7"/>
                </a:cubicBezTo>
                <a:cubicBezTo>
                  <a:pt x="22" y="7"/>
                  <a:pt x="21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8"/>
                  <a:pt x="20" y="8"/>
                  <a:pt x="21" y="8"/>
                </a:cubicBezTo>
                <a:cubicBezTo>
                  <a:pt x="21" y="8"/>
                  <a:pt x="22" y="7"/>
                  <a:pt x="22" y="8"/>
                </a:cubicBezTo>
                <a:cubicBezTo>
                  <a:pt x="22" y="8"/>
                  <a:pt x="23" y="8"/>
                  <a:pt x="23" y="8"/>
                </a:cubicBezTo>
                <a:cubicBezTo>
                  <a:pt x="23" y="8"/>
                  <a:pt x="23" y="8"/>
                  <a:pt x="23" y="9"/>
                </a:cubicBezTo>
                <a:cubicBezTo>
                  <a:pt x="23" y="8"/>
                  <a:pt x="23" y="9"/>
                  <a:pt x="22" y="9"/>
                </a:cubicBezTo>
                <a:cubicBezTo>
                  <a:pt x="22" y="9"/>
                  <a:pt x="21" y="9"/>
                  <a:pt x="21" y="9"/>
                </a:cubicBezTo>
                <a:cubicBezTo>
                  <a:pt x="21" y="9"/>
                  <a:pt x="22" y="10"/>
                  <a:pt x="22" y="10"/>
                </a:cubicBezTo>
                <a:cubicBezTo>
                  <a:pt x="21" y="9"/>
                  <a:pt x="21" y="9"/>
                  <a:pt x="20" y="9"/>
                </a:cubicBezTo>
                <a:cubicBezTo>
                  <a:pt x="20" y="9"/>
                  <a:pt x="19" y="9"/>
                  <a:pt x="19" y="9"/>
                </a:cubicBezTo>
                <a:cubicBezTo>
                  <a:pt x="15" y="11"/>
                  <a:pt x="12" y="14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3" y="20"/>
                  <a:pt x="13" y="21"/>
                </a:cubicBezTo>
                <a:cubicBezTo>
                  <a:pt x="13" y="21"/>
                  <a:pt x="13" y="21"/>
                  <a:pt x="14" y="21"/>
                </a:cubicBezTo>
                <a:cubicBezTo>
                  <a:pt x="14" y="22"/>
                  <a:pt x="13" y="22"/>
                  <a:pt x="13" y="22"/>
                </a:cubicBezTo>
                <a:cubicBezTo>
                  <a:pt x="13" y="22"/>
                  <a:pt x="12" y="21"/>
                  <a:pt x="12" y="22"/>
                </a:cubicBezTo>
                <a:cubicBezTo>
                  <a:pt x="12" y="22"/>
                  <a:pt x="12" y="23"/>
                  <a:pt x="13" y="23"/>
                </a:cubicBezTo>
                <a:cubicBezTo>
                  <a:pt x="12" y="23"/>
                  <a:pt x="12" y="25"/>
                  <a:pt x="12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6"/>
                  <a:pt x="13" y="28"/>
                  <a:pt x="13" y="28"/>
                </a:cubicBezTo>
                <a:cubicBezTo>
                  <a:pt x="13" y="28"/>
                  <a:pt x="14" y="30"/>
                  <a:pt x="15" y="30"/>
                </a:cubicBezTo>
                <a:cubicBezTo>
                  <a:pt x="15" y="30"/>
                  <a:pt x="16" y="31"/>
                  <a:pt x="16" y="31"/>
                </a:cubicBezTo>
                <a:cubicBezTo>
                  <a:pt x="17" y="32"/>
                  <a:pt x="17" y="33"/>
                  <a:pt x="17" y="33"/>
                </a:cubicBezTo>
                <a:cubicBezTo>
                  <a:pt x="17" y="34"/>
                  <a:pt x="18" y="34"/>
                  <a:pt x="18" y="35"/>
                </a:cubicBezTo>
                <a:cubicBezTo>
                  <a:pt x="18" y="35"/>
                  <a:pt x="18" y="35"/>
                  <a:pt x="18" y="35"/>
                </a:cubicBezTo>
                <a:cubicBezTo>
                  <a:pt x="18" y="35"/>
                  <a:pt x="19" y="35"/>
                  <a:pt x="19" y="36"/>
                </a:cubicBezTo>
                <a:cubicBezTo>
                  <a:pt x="19" y="36"/>
                  <a:pt x="19" y="37"/>
                  <a:pt x="19" y="37"/>
                </a:cubicBezTo>
                <a:cubicBezTo>
                  <a:pt x="20" y="36"/>
                  <a:pt x="19" y="35"/>
                  <a:pt x="18" y="34"/>
                </a:cubicBezTo>
                <a:cubicBezTo>
                  <a:pt x="18" y="34"/>
                  <a:pt x="18" y="34"/>
                  <a:pt x="18" y="33"/>
                </a:cubicBezTo>
                <a:cubicBezTo>
                  <a:pt x="18" y="33"/>
                  <a:pt x="18" y="32"/>
                  <a:pt x="17" y="32"/>
                </a:cubicBezTo>
                <a:cubicBezTo>
                  <a:pt x="18" y="32"/>
                  <a:pt x="18" y="32"/>
                  <a:pt x="18" y="33"/>
                </a:cubicBezTo>
                <a:cubicBezTo>
                  <a:pt x="18" y="33"/>
                  <a:pt x="20" y="35"/>
                  <a:pt x="20" y="35"/>
                </a:cubicBezTo>
                <a:cubicBezTo>
                  <a:pt x="20" y="35"/>
                  <a:pt x="21" y="37"/>
                  <a:pt x="21" y="37"/>
                </a:cubicBezTo>
                <a:cubicBezTo>
                  <a:pt x="21" y="37"/>
                  <a:pt x="22" y="37"/>
                  <a:pt x="22" y="38"/>
                </a:cubicBezTo>
                <a:cubicBezTo>
                  <a:pt x="22" y="38"/>
                  <a:pt x="22" y="39"/>
                  <a:pt x="23" y="40"/>
                </a:cubicBezTo>
                <a:cubicBezTo>
                  <a:pt x="23" y="41"/>
                  <a:pt x="24" y="41"/>
                  <a:pt x="25" y="41"/>
                </a:cubicBezTo>
                <a:cubicBezTo>
                  <a:pt x="25" y="42"/>
                  <a:pt x="26" y="42"/>
                  <a:pt x="26" y="42"/>
                </a:cubicBezTo>
                <a:cubicBezTo>
                  <a:pt x="27" y="43"/>
                  <a:pt x="27" y="42"/>
                  <a:pt x="28" y="42"/>
                </a:cubicBezTo>
                <a:cubicBezTo>
                  <a:pt x="29" y="42"/>
                  <a:pt x="29" y="43"/>
                  <a:pt x="30" y="44"/>
                </a:cubicBezTo>
                <a:cubicBezTo>
                  <a:pt x="31" y="44"/>
                  <a:pt x="32" y="44"/>
                  <a:pt x="32" y="44"/>
                </a:cubicBezTo>
                <a:cubicBezTo>
                  <a:pt x="32" y="44"/>
                  <a:pt x="33" y="46"/>
                  <a:pt x="33" y="46"/>
                </a:cubicBezTo>
                <a:cubicBezTo>
                  <a:pt x="34" y="46"/>
                  <a:pt x="34" y="47"/>
                  <a:pt x="35" y="47"/>
                </a:cubicBezTo>
                <a:cubicBezTo>
                  <a:pt x="35" y="47"/>
                  <a:pt x="35" y="47"/>
                  <a:pt x="35" y="47"/>
                </a:cubicBezTo>
                <a:cubicBezTo>
                  <a:pt x="35" y="47"/>
                  <a:pt x="36" y="48"/>
                  <a:pt x="36" y="48"/>
                </a:cubicBezTo>
                <a:cubicBezTo>
                  <a:pt x="36" y="48"/>
                  <a:pt x="36" y="47"/>
                  <a:pt x="36" y="47"/>
                </a:cubicBezTo>
                <a:cubicBezTo>
                  <a:pt x="36" y="47"/>
                  <a:pt x="35" y="47"/>
                  <a:pt x="34" y="46"/>
                </a:cubicBezTo>
                <a:cubicBezTo>
                  <a:pt x="34" y="46"/>
                  <a:pt x="34" y="45"/>
                  <a:pt x="34" y="45"/>
                </a:cubicBezTo>
                <a:cubicBezTo>
                  <a:pt x="35" y="45"/>
                  <a:pt x="35" y="44"/>
                  <a:pt x="34" y="43"/>
                </a:cubicBezTo>
                <a:cubicBezTo>
                  <a:pt x="34" y="43"/>
                  <a:pt x="34" y="43"/>
                  <a:pt x="34" y="42"/>
                </a:cubicBezTo>
                <a:cubicBezTo>
                  <a:pt x="33" y="43"/>
                  <a:pt x="33" y="42"/>
                  <a:pt x="32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2"/>
                  <a:pt x="32" y="43"/>
                  <a:pt x="32" y="42"/>
                </a:cubicBezTo>
                <a:cubicBezTo>
                  <a:pt x="32" y="42"/>
                  <a:pt x="32" y="41"/>
                  <a:pt x="32" y="41"/>
                </a:cubicBezTo>
                <a:cubicBezTo>
                  <a:pt x="32" y="40"/>
                  <a:pt x="33" y="39"/>
                  <a:pt x="32" y="39"/>
                </a:cubicBezTo>
                <a:cubicBezTo>
                  <a:pt x="31" y="39"/>
                  <a:pt x="31" y="39"/>
                  <a:pt x="31" y="40"/>
                </a:cubicBezTo>
                <a:cubicBezTo>
                  <a:pt x="30" y="40"/>
                  <a:pt x="30" y="40"/>
                  <a:pt x="30" y="41"/>
                </a:cubicBezTo>
                <a:cubicBezTo>
                  <a:pt x="30" y="41"/>
                  <a:pt x="28" y="41"/>
                  <a:pt x="28" y="41"/>
                </a:cubicBezTo>
                <a:cubicBezTo>
                  <a:pt x="27" y="40"/>
                  <a:pt x="27" y="39"/>
                  <a:pt x="27" y="38"/>
                </a:cubicBezTo>
                <a:cubicBezTo>
                  <a:pt x="27" y="37"/>
                  <a:pt x="27" y="36"/>
                  <a:pt x="27" y="35"/>
                </a:cubicBezTo>
                <a:cubicBezTo>
                  <a:pt x="27" y="35"/>
                  <a:pt x="27" y="34"/>
                  <a:pt x="27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9" y="33"/>
                  <a:pt x="30" y="34"/>
                </a:cubicBezTo>
                <a:cubicBezTo>
                  <a:pt x="30" y="34"/>
                  <a:pt x="31" y="34"/>
                  <a:pt x="31" y="33"/>
                </a:cubicBez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31" y="33"/>
                  <a:pt x="32" y="33"/>
                </a:cubicBezTo>
                <a:cubicBezTo>
                  <a:pt x="32" y="33"/>
                  <a:pt x="33" y="33"/>
                  <a:pt x="33" y="33"/>
                </a:cubicBezTo>
                <a:cubicBezTo>
                  <a:pt x="34" y="34"/>
                  <a:pt x="34" y="34"/>
                  <a:pt x="34" y="33"/>
                </a:cubicBezTo>
                <a:cubicBezTo>
                  <a:pt x="35" y="34"/>
                  <a:pt x="35" y="34"/>
                  <a:pt x="35" y="34"/>
                </a:cubicBezTo>
                <a:cubicBezTo>
                  <a:pt x="35" y="35"/>
                  <a:pt x="35" y="36"/>
                  <a:pt x="36" y="36"/>
                </a:cubicBezTo>
                <a:cubicBezTo>
                  <a:pt x="36" y="37"/>
                  <a:pt x="36" y="35"/>
                  <a:pt x="36" y="35"/>
                </a:cubicBezTo>
                <a:cubicBezTo>
                  <a:pt x="36" y="35"/>
                  <a:pt x="36" y="33"/>
                  <a:pt x="36" y="33"/>
                </a:cubicBezTo>
                <a:cubicBezTo>
                  <a:pt x="35" y="33"/>
                  <a:pt x="35" y="32"/>
                  <a:pt x="36" y="31"/>
                </a:cubicBezTo>
                <a:cubicBezTo>
                  <a:pt x="36" y="31"/>
                  <a:pt x="37" y="31"/>
                  <a:pt x="37" y="31"/>
                </a:cubicBezTo>
                <a:cubicBezTo>
                  <a:pt x="38" y="30"/>
                  <a:pt x="38" y="30"/>
                  <a:pt x="38" y="29"/>
                </a:cubicBezTo>
                <a:cubicBezTo>
                  <a:pt x="38" y="29"/>
                  <a:pt x="38" y="29"/>
                  <a:pt x="38" y="29"/>
                </a:cubicBezTo>
                <a:cubicBezTo>
                  <a:pt x="38" y="29"/>
                  <a:pt x="38" y="28"/>
                  <a:pt x="38" y="29"/>
                </a:cubicBezTo>
                <a:cubicBezTo>
                  <a:pt x="38" y="28"/>
                  <a:pt x="38" y="28"/>
                  <a:pt x="38" y="28"/>
                </a:cubicBezTo>
                <a:cubicBezTo>
                  <a:pt x="38" y="28"/>
                  <a:pt x="38" y="27"/>
                  <a:pt x="38" y="27"/>
                </a:cubicBezTo>
                <a:cubicBezTo>
                  <a:pt x="39" y="28"/>
                  <a:pt x="40" y="27"/>
                  <a:pt x="39" y="26"/>
                </a:cubicBezTo>
                <a:cubicBezTo>
                  <a:pt x="40" y="26"/>
                  <a:pt x="41" y="26"/>
                  <a:pt x="41" y="26"/>
                </a:cubicBezTo>
                <a:cubicBezTo>
                  <a:pt x="41" y="26"/>
                  <a:pt x="41" y="25"/>
                  <a:pt x="41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2" y="24"/>
                  <a:pt x="43" y="24"/>
                  <a:pt x="43" y="23"/>
                </a:cubicBezTo>
                <a:cubicBezTo>
                  <a:pt x="44" y="24"/>
                  <a:pt x="45" y="23"/>
                  <a:pt x="44" y="22"/>
                </a:cubicBezTo>
                <a:cubicBezTo>
                  <a:pt x="44" y="22"/>
                  <a:pt x="44" y="22"/>
                  <a:pt x="43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5" y="21"/>
                  <a:pt x="44" y="21"/>
                  <a:pt x="44" y="21"/>
                </a:cubicBezTo>
                <a:cubicBezTo>
                  <a:pt x="43" y="21"/>
                  <a:pt x="43" y="21"/>
                  <a:pt x="42" y="21"/>
                </a:cubicBezTo>
                <a:cubicBezTo>
                  <a:pt x="42" y="22"/>
                  <a:pt x="42" y="22"/>
                  <a:pt x="41" y="22"/>
                </a:cubicBezTo>
                <a:close/>
                <a:moveTo>
                  <a:pt x="50" y="49"/>
                </a:moveTo>
                <a:cubicBezTo>
                  <a:pt x="50" y="49"/>
                  <a:pt x="49" y="49"/>
                  <a:pt x="49" y="49"/>
                </a:cubicBezTo>
                <a:cubicBezTo>
                  <a:pt x="49" y="49"/>
                  <a:pt x="48" y="48"/>
                  <a:pt x="48" y="48"/>
                </a:cubicBezTo>
                <a:cubicBezTo>
                  <a:pt x="48" y="48"/>
                  <a:pt x="47" y="47"/>
                  <a:pt x="47" y="47"/>
                </a:cubicBezTo>
                <a:cubicBezTo>
                  <a:pt x="46" y="46"/>
                  <a:pt x="46" y="46"/>
                  <a:pt x="45" y="46"/>
                </a:cubicBezTo>
                <a:cubicBezTo>
                  <a:pt x="45" y="46"/>
                  <a:pt x="44" y="47"/>
                  <a:pt x="44" y="47"/>
                </a:cubicBezTo>
                <a:cubicBezTo>
                  <a:pt x="44" y="46"/>
                  <a:pt x="43" y="46"/>
                  <a:pt x="43" y="46"/>
                </a:cubicBezTo>
                <a:cubicBezTo>
                  <a:pt x="42" y="46"/>
                  <a:pt x="42" y="45"/>
                  <a:pt x="41" y="46"/>
                </a:cubicBezTo>
                <a:cubicBezTo>
                  <a:pt x="41" y="46"/>
                  <a:pt x="41" y="46"/>
                  <a:pt x="41" y="47"/>
                </a:cubicBezTo>
                <a:cubicBezTo>
                  <a:pt x="40" y="46"/>
                  <a:pt x="41" y="46"/>
                  <a:pt x="41" y="45"/>
                </a:cubicBezTo>
                <a:cubicBezTo>
                  <a:pt x="40" y="45"/>
                  <a:pt x="39" y="46"/>
                  <a:pt x="39" y="46"/>
                </a:cubicBezTo>
                <a:cubicBezTo>
                  <a:pt x="39" y="46"/>
                  <a:pt x="39" y="46"/>
                  <a:pt x="38" y="46"/>
                </a:cubicBezTo>
                <a:cubicBezTo>
                  <a:pt x="38" y="47"/>
                  <a:pt x="38" y="47"/>
                  <a:pt x="38" y="47"/>
                </a:cubicBezTo>
                <a:cubicBezTo>
                  <a:pt x="38" y="47"/>
                  <a:pt x="37" y="47"/>
                  <a:pt x="37" y="47"/>
                </a:cubicBezTo>
                <a:cubicBezTo>
                  <a:pt x="37" y="48"/>
                  <a:pt x="37" y="49"/>
                  <a:pt x="37" y="50"/>
                </a:cubicBezTo>
                <a:cubicBezTo>
                  <a:pt x="38" y="50"/>
                  <a:pt x="37" y="51"/>
                  <a:pt x="37" y="52"/>
                </a:cubicBezTo>
                <a:cubicBezTo>
                  <a:pt x="37" y="52"/>
                  <a:pt x="36" y="53"/>
                  <a:pt x="36" y="53"/>
                </a:cubicBezTo>
                <a:cubicBezTo>
                  <a:pt x="36" y="54"/>
                  <a:pt x="36" y="54"/>
                  <a:pt x="36" y="54"/>
                </a:cubicBezTo>
                <a:cubicBezTo>
                  <a:pt x="36" y="55"/>
                  <a:pt x="36" y="55"/>
                  <a:pt x="36" y="56"/>
                </a:cubicBezTo>
                <a:cubicBezTo>
                  <a:pt x="36" y="56"/>
                  <a:pt x="36" y="56"/>
                  <a:pt x="36" y="57"/>
                </a:cubicBezTo>
                <a:cubicBezTo>
                  <a:pt x="41" y="56"/>
                  <a:pt x="46" y="53"/>
                  <a:pt x="50" y="49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1BB29C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grpSp>
        <p:nvGrpSpPr>
          <p:cNvPr id="35" name="Group 82"/>
          <p:cNvGrpSpPr/>
          <p:nvPr/>
        </p:nvGrpSpPr>
        <p:grpSpPr>
          <a:xfrm>
            <a:off x="6492240" y="2853055"/>
            <a:ext cx="822960" cy="735330"/>
            <a:chOff x="3681413" y="3632200"/>
            <a:chExt cx="638175" cy="657225"/>
          </a:xfrm>
          <a:solidFill>
            <a:schemeClr val="bg1"/>
          </a:solidFill>
        </p:grpSpPr>
        <p:sp>
          <p:nvSpPr>
            <p:cNvPr id="36" name="Freeform 14"/>
            <p:cNvSpPr>
              <a:spLocks noEditPoints="1"/>
            </p:cNvSpPr>
            <p:nvPr/>
          </p:nvSpPr>
          <p:spPr bwMode="auto">
            <a:xfrm>
              <a:off x="3976688" y="3681413"/>
              <a:ext cx="342900" cy="533400"/>
            </a:xfrm>
            <a:custGeom>
              <a:avLst/>
              <a:gdLst/>
              <a:ahLst/>
              <a:cxnLst>
                <a:cxn ang="0">
                  <a:pos x="135" y="53"/>
                </a:cxn>
                <a:cxn ang="0">
                  <a:pos x="134" y="52"/>
                </a:cxn>
                <a:cxn ang="0">
                  <a:pos x="121" y="47"/>
                </a:cxn>
                <a:cxn ang="0">
                  <a:pos x="112" y="56"/>
                </a:cxn>
                <a:cxn ang="0">
                  <a:pos x="103" y="46"/>
                </a:cxn>
                <a:cxn ang="0">
                  <a:pos x="103" y="46"/>
                </a:cxn>
                <a:cxn ang="0">
                  <a:pos x="91" y="52"/>
                </a:cxn>
                <a:cxn ang="0">
                  <a:pos x="88" y="53"/>
                </a:cxn>
                <a:cxn ang="0">
                  <a:pos x="71" y="55"/>
                </a:cxn>
                <a:cxn ang="0">
                  <a:pos x="29" y="9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0" y="2"/>
                </a:cxn>
                <a:cxn ang="0">
                  <a:pos x="3" y="21"/>
                </a:cxn>
                <a:cxn ang="0">
                  <a:pos x="12" y="36"/>
                </a:cxn>
                <a:cxn ang="0">
                  <a:pos x="16" y="41"/>
                </a:cxn>
                <a:cxn ang="0">
                  <a:pos x="63" y="82"/>
                </a:cxn>
                <a:cxn ang="0">
                  <a:pos x="75" y="84"/>
                </a:cxn>
                <a:cxn ang="0">
                  <a:pos x="75" y="158"/>
                </a:cxn>
                <a:cxn ang="0">
                  <a:pos x="77" y="168"/>
                </a:cxn>
                <a:cxn ang="0">
                  <a:pos x="77" y="170"/>
                </a:cxn>
                <a:cxn ang="0">
                  <a:pos x="77" y="305"/>
                </a:cxn>
                <a:cxn ang="0">
                  <a:pos x="93" y="321"/>
                </a:cxn>
                <a:cxn ang="0">
                  <a:pos x="110" y="305"/>
                </a:cxn>
                <a:cxn ang="0">
                  <a:pos x="110" y="190"/>
                </a:cxn>
                <a:cxn ang="0">
                  <a:pos x="112" y="190"/>
                </a:cxn>
                <a:cxn ang="0">
                  <a:pos x="112" y="190"/>
                </a:cxn>
                <a:cxn ang="0">
                  <a:pos x="112" y="305"/>
                </a:cxn>
                <a:cxn ang="0">
                  <a:pos x="129" y="321"/>
                </a:cxn>
                <a:cxn ang="0">
                  <a:pos x="129" y="321"/>
                </a:cxn>
                <a:cxn ang="0">
                  <a:pos x="146" y="305"/>
                </a:cxn>
                <a:cxn ang="0">
                  <a:pos x="146" y="173"/>
                </a:cxn>
                <a:cxn ang="0">
                  <a:pos x="149" y="175"/>
                </a:cxn>
                <a:cxn ang="0">
                  <a:pos x="155" y="177"/>
                </a:cxn>
                <a:cxn ang="0">
                  <a:pos x="168" y="170"/>
                </a:cxn>
                <a:cxn ang="0">
                  <a:pos x="135" y="53"/>
                </a:cxn>
                <a:cxn ang="0">
                  <a:pos x="112" y="127"/>
                </a:cxn>
                <a:cxn ang="0">
                  <a:pos x="112" y="127"/>
                </a:cxn>
                <a:cxn ang="0">
                  <a:pos x="103" y="115"/>
                </a:cxn>
                <a:cxn ang="0">
                  <a:pos x="112" y="57"/>
                </a:cxn>
                <a:cxn ang="0">
                  <a:pos x="112" y="57"/>
                </a:cxn>
                <a:cxn ang="0">
                  <a:pos x="121" y="115"/>
                </a:cxn>
                <a:cxn ang="0">
                  <a:pos x="112" y="127"/>
                </a:cxn>
                <a:cxn ang="0">
                  <a:pos x="149" y="143"/>
                </a:cxn>
                <a:cxn ang="0">
                  <a:pos x="149" y="103"/>
                </a:cxn>
                <a:cxn ang="0">
                  <a:pos x="149" y="143"/>
                </a:cxn>
                <a:cxn ang="0">
                  <a:pos x="149" y="143"/>
                </a:cxn>
                <a:cxn ang="0">
                  <a:pos x="149" y="143"/>
                </a:cxn>
              </a:cxnLst>
              <a:rect l="0" t="0" r="r" b="b"/>
              <a:pathLst>
                <a:path w="207" h="321">
                  <a:moveTo>
                    <a:pt x="135" y="53"/>
                  </a:moveTo>
                  <a:cubicBezTo>
                    <a:pt x="135" y="53"/>
                    <a:pt x="134" y="52"/>
                    <a:pt x="134" y="52"/>
                  </a:cubicBezTo>
                  <a:cubicBezTo>
                    <a:pt x="130" y="50"/>
                    <a:pt x="126" y="48"/>
                    <a:pt x="121" y="47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99" y="48"/>
                    <a:pt x="95" y="49"/>
                    <a:pt x="91" y="52"/>
                  </a:cubicBezTo>
                  <a:cubicBezTo>
                    <a:pt x="90" y="52"/>
                    <a:pt x="89" y="52"/>
                    <a:pt x="88" y="53"/>
                  </a:cubicBezTo>
                  <a:cubicBezTo>
                    <a:pt x="82" y="56"/>
                    <a:pt x="77" y="57"/>
                    <a:pt x="71" y="55"/>
                  </a:cubicBezTo>
                  <a:cubicBezTo>
                    <a:pt x="52" y="49"/>
                    <a:pt x="34" y="19"/>
                    <a:pt x="29" y="9"/>
                  </a:cubicBezTo>
                  <a:cubicBezTo>
                    <a:pt x="27" y="6"/>
                    <a:pt x="25" y="4"/>
                    <a:pt x="22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0"/>
                    <a:pt x="13" y="1"/>
                    <a:pt x="10" y="2"/>
                  </a:cubicBezTo>
                  <a:cubicBezTo>
                    <a:pt x="3" y="5"/>
                    <a:pt x="0" y="14"/>
                    <a:pt x="3" y="21"/>
                  </a:cubicBezTo>
                  <a:cubicBezTo>
                    <a:pt x="4" y="23"/>
                    <a:pt x="7" y="29"/>
                    <a:pt x="12" y="36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6" y="56"/>
                    <a:pt x="42" y="75"/>
                    <a:pt x="63" y="82"/>
                  </a:cubicBezTo>
                  <a:cubicBezTo>
                    <a:pt x="67" y="83"/>
                    <a:pt x="71" y="84"/>
                    <a:pt x="75" y="84"/>
                  </a:cubicBezTo>
                  <a:cubicBezTo>
                    <a:pt x="75" y="158"/>
                    <a:pt x="75" y="158"/>
                    <a:pt x="75" y="158"/>
                  </a:cubicBezTo>
                  <a:cubicBezTo>
                    <a:pt x="75" y="162"/>
                    <a:pt x="76" y="165"/>
                    <a:pt x="77" y="168"/>
                  </a:cubicBezTo>
                  <a:cubicBezTo>
                    <a:pt x="77" y="169"/>
                    <a:pt x="77" y="170"/>
                    <a:pt x="77" y="170"/>
                  </a:cubicBezTo>
                  <a:cubicBezTo>
                    <a:pt x="77" y="305"/>
                    <a:pt x="77" y="305"/>
                    <a:pt x="77" y="305"/>
                  </a:cubicBezTo>
                  <a:cubicBezTo>
                    <a:pt x="77" y="314"/>
                    <a:pt x="84" y="321"/>
                    <a:pt x="93" y="321"/>
                  </a:cubicBezTo>
                  <a:cubicBezTo>
                    <a:pt x="103" y="321"/>
                    <a:pt x="110" y="314"/>
                    <a:pt x="110" y="305"/>
                  </a:cubicBezTo>
                  <a:cubicBezTo>
                    <a:pt x="110" y="190"/>
                    <a:pt x="110" y="190"/>
                    <a:pt x="110" y="190"/>
                  </a:cubicBezTo>
                  <a:cubicBezTo>
                    <a:pt x="111" y="190"/>
                    <a:pt x="111" y="190"/>
                    <a:pt x="112" y="190"/>
                  </a:cubicBezTo>
                  <a:cubicBezTo>
                    <a:pt x="112" y="190"/>
                    <a:pt x="112" y="190"/>
                    <a:pt x="112" y="190"/>
                  </a:cubicBezTo>
                  <a:cubicBezTo>
                    <a:pt x="112" y="305"/>
                    <a:pt x="112" y="305"/>
                    <a:pt x="112" y="305"/>
                  </a:cubicBezTo>
                  <a:cubicBezTo>
                    <a:pt x="112" y="314"/>
                    <a:pt x="120" y="321"/>
                    <a:pt x="129" y="321"/>
                  </a:cubicBezTo>
                  <a:cubicBezTo>
                    <a:pt x="129" y="321"/>
                    <a:pt x="129" y="321"/>
                    <a:pt x="129" y="321"/>
                  </a:cubicBezTo>
                  <a:cubicBezTo>
                    <a:pt x="138" y="321"/>
                    <a:pt x="146" y="314"/>
                    <a:pt x="146" y="305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6" y="174"/>
                    <a:pt x="147" y="175"/>
                    <a:pt x="149" y="175"/>
                  </a:cubicBezTo>
                  <a:cubicBezTo>
                    <a:pt x="151" y="176"/>
                    <a:pt x="153" y="177"/>
                    <a:pt x="155" y="177"/>
                  </a:cubicBezTo>
                  <a:cubicBezTo>
                    <a:pt x="160" y="177"/>
                    <a:pt x="165" y="174"/>
                    <a:pt x="168" y="170"/>
                  </a:cubicBezTo>
                  <a:cubicBezTo>
                    <a:pt x="207" y="97"/>
                    <a:pt x="153" y="64"/>
                    <a:pt x="135" y="53"/>
                  </a:cubicBezTo>
                  <a:close/>
                  <a:moveTo>
                    <a:pt x="112" y="127"/>
                  </a:moveTo>
                  <a:cubicBezTo>
                    <a:pt x="112" y="127"/>
                    <a:pt x="112" y="127"/>
                    <a:pt x="112" y="127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21" y="115"/>
                    <a:pt x="121" y="115"/>
                    <a:pt x="121" y="115"/>
                  </a:cubicBezTo>
                  <a:lnTo>
                    <a:pt x="112" y="127"/>
                  </a:lnTo>
                  <a:close/>
                  <a:moveTo>
                    <a:pt x="149" y="143"/>
                  </a:moveTo>
                  <a:cubicBezTo>
                    <a:pt x="149" y="103"/>
                    <a:pt x="149" y="103"/>
                    <a:pt x="149" y="103"/>
                  </a:cubicBezTo>
                  <a:cubicBezTo>
                    <a:pt x="154" y="113"/>
                    <a:pt x="156" y="126"/>
                    <a:pt x="149" y="143"/>
                  </a:cubicBezTo>
                  <a:close/>
                  <a:moveTo>
                    <a:pt x="149" y="143"/>
                  </a:moveTo>
                  <a:cubicBezTo>
                    <a:pt x="149" y="143"/>
                    <a:pt x="149" y="143"/>
                    <a:pt x="149" y="14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Freeform 15"/>
            <p:cNvSpPr>
              <a:spLocks noEditPoints="1"/>
            </p:cNvSpPr>
            <p:nvPr/>
          </p:nvSpPr>
          <p:spPr bwMode="auto">
            <a:xfrm>
              <a:off x="4102100" y="3633788"/>
              <a:ext cx="119063" cy="120650"/>
            </a:xfrm>
            <a:custGeom>
              <a:avLst/>
              <a:gdLst/>
              <a:ahLst/>
              <a:cxnLst>
                <a:cxn ang="0">
                  <a:pos x="72" y="36"/>
                </a:cxn>
                <a:cxn ang="0">
                  <a:pos x="36" y="72"/>
                </a:cxn>
                <a:cxn ang="0">
                  <a:pos x="0" y="36"/>
                </a:cxn>
                <a:cxn ang="0">
                  <a:pos x="36" y="0"/>
                </a:cxn>
                <a:cxn ang="0">
                  <a:pos x="72" y="36"/>
                </a:cxn>
                <a:cxn ang="0">
                  <a:pos x="72" y="36"/>
                </a:cxn>
                <a:cxn ang="0">
                  <a:pos x="72" y="36"/>
                </a:cxn>
              </a:cxnLst>
              <a:rect l="0" t="0" r="r" b="b"/>
              <a:pathLst>
                <a:path w="72" h="72">
                  <a:moveTo>
                    <a:pt x="72" y="36"/>
                  </a:moveTo>
                  <a:cubicBezTo>
                    <a:pt x="72" y="56"/>
                    <a:pt x="56" y="72"/>
                    <a:pt x="36" y="72"/>
                  </a:cubicBez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Freeform 16"/>
            <p:cNvSpPr>
              <a:spLocks noEditPoints="1"/>
            </p:cNvSpPr>
            <p:nvPr/>
          </p:nvSpPr>
          <p:spPr bwMode="auto">
            <a:xfrm>
              <a:off x="3703638" y="3632200"/>
              <a:ext cx="361950" cy="338137"/>
            </a:xfrm>
            <a:custGeom>
              <a:avLst/>
              <a:gdLst/>
              <a:ahLst/>
              <a:cxnLst>
                <a:cxn ang="0">
                  <a:pos x="197" y="203"/>
                </a:cxn>
                <a:cxn ang="0">
                  <a:pos x="20" y="203"/>
                </a:cxn>
                <a:cxn ang="0">
                  <a:pos x="0" y="182"/>
                </a:cxn>
                <a:cxn ang="0">
                  <a:pos x="0" y="20"/>
                </a:cxn>
                <a:cxn ang="0">
                  <a:pos x="20" y="0"/>
                </a:cxn>
                <a:cxn ang="0">
                  <a:pos x="197" y="0"/>
                </a:cxn>
                <a:cxn ang="0">
                  <a:pos x="218" y="20"/>
                </a:cxn>
                <a:cxn ang="0">
                  <a:pos x="218" y="182"/>
                </a:cxn>
                <a:cxn ang="0">
                  <a:pos x="197" y="203"/>
                </a:cxn>
                <a:cxn ang="0">
                  <a:pos x="20" y="13"/>
                </a:cxn>
                <a:cxn ang="0">
                  <a:pos x="13" y="20"/>
                </a:cxn>
                <a:cxn ang="0">
                  <a:pos x="13" y="182"/>
                </a:cxn>
                <a:cxn ang="0">
                  <a:pos x="20" y="189"/>
                </a:cxn>
                <a:cxn ang="0">
                  <a:pos x="197" y="189"/>
                </a:cxn>
                <a:cxn ang="0">
                  <a:pos x="204" y="182"/>
                </a:cxn>
                <a:cxn ang="0">
                  <a:pos x="204" y="20"/>
                </a:cxn>
                <a:cxn ang="0">
                  <a:pos x="197" y="13"/>
                </a:cxn>
                <a:cxn ang="0">
                  <a:pos x="20" y="13"/>
                </a:cxn>
                <a:cxn ang="0">
                  <a:pos x="20" y="13"/>
                </a:cxn>
                <a:cxn ang="0">
                  <a:pos x="20" y="13"/>
                </a:cxn>
              </a:cxnLst>
              <a:rect l="0" t="0" r="r" b="b"/>
              <a:pathLst>
                <a:path w="218" h="203">
                  <a:moveTo>
                    <a:pt x="197" y="203"/>
                  </a:moveTo>
                  <a:cubicBezTo>
                    <a:pt x="20" y="203"/>
                    <a:pt x="20" y="203"/>
                    <a:pt x="20" y="203"/>
                  </a:cubicBezTo>
                  <a:cubicBezTo>
                    <a:pt x="9" y="203"/>
                    <a:pt x="0" y="194"/>
                    <a:pt x="0" y="18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208" y="0"/>
                    <a:pt x="218" y="9"/>
                    <a:pt x="218" y="20"/>
                  </a:cubicBezTo>
                  <a:cubicBezTo>
                    <a:pt x="218" y="182"/>
                    <a:pt x="218" y="182"/>
                    <a:pt x="218" y="182"/>
                  </a:cubicBezTo>
                  <a:cubicBezTo>
                    <a:pt x="218" y="194"/>
                    <a:pt x="208" y="203"/>
                    <a:pt x="197" y="203"/>
                  </a:cubicBezTo>
                  <a:close/>
                  <a:moveTo>
                    <a:pt x="20" y="13"/>
                  </a:moveTo>
                  <a:cubicBezTo>
                    <a:pt x="16" y="13"/>
                    <a:pt x="13" y="16"/>
                    <a:pt x="13" y="20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3" y="186"/>
                    <a:pt x="16" y="189"/>
                    <a:pt x="20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201" y="189"/>
                    <a:pt x="204" y="186"/>
                    <a:pt x="204" y="182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4" y="16"/>
                    <a:pt x="201" y="13"/>
                    <a:pt x="197" y="13"/>
                  </a:cubicBezTo>
                  <a:lnTo>
                    <a:pt x="20" y="13"/>
                  </a:lnTo>
                  <a:close/>
                  <a:moveTo>
                    <a:pt x="20" y="13"/>
                  </a:moveTo>
                  <a:cubicBezTo>
                    <a:pt x="20" y="13"/>
                    <a:pt x="20" y="13"/>
                    <a:pt x="20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17"/>
            <p:cNvSpPr>
              <a:spLocks noEditPoints="1"/>
            </p:cNvSpPr>
            <p:nvPr/>
          </p:nvSpPr>
          <p:spPr bwMode="auto">
            <a:xfrm>
              <a:off x="3743325" y="4003675"/>
              <a:ext cx="96838" cy="93662"/>
            </a:xfrm>
            <a:custGeom>
              <a:avLst/>
              <a:gdLst/>
              <a:ahLst/>
              <a:cxnLst>
                <a:cxn ang="0">
                  <a:pos x="58" y="29"/>
                </a:cxn>
                <a:cxn ang="0">
                  <a:pos x="29" y="57"/>
                </a:cxn>
                <a:cxn ang="0">
                  <a:pos x="0" y="29"/>
                </a:cxn>
                <a:cxn ang="0">
                  <a:pos x="29" y="0"/>
                </a:cxn>
                <a:cxn ang="0">
                  <a:pos x="58" y="29"/>
                </a:cxn>
                <a:cxn ang="0">
                  <a:pos x="58" y="29"/>
                </a:cxn>
                <a:cxn ang="0">
                  <a:pos x="58" y="29"/>
                </a:cxn>
              </a:cxnLst>
              <a:rect l="0" t="0" r="r" b="b"/>
              <a:pathLst>
                <a:path w="58" h="57">
                  <a:moveTo>
                    <a:pt x="58" y="29"/>
                  </a:moveTo>
                  <a:cubicBezTo>
                    <a:pt x="58" y="45"/>
                    <a:pt x="45" y="57"/>
                    <a:pt x="29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lose/>
                  <a:moveTo>
                    <a:pt x="58" y="29"/>
                  </a:moveTo>
                  <a:cubicBezTo>
                    <a:pt x="58" y="29"/>
                    <a:pt x="58" y="29"/>
                    <a:pt x="58" y="2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18"/>
            <p:cNvSpPr>
              <a:spLocks noEditPoints="1"/>
            </p:cNvSpPr>
            <p:nvPr/>
          </p:nvSpPr>
          <p:spPr bwMode="auto">
            <a:xfrm>
              <a:off x="3695700" y="4100513"/>
              <a:ext cx="192088" cy="106362"/>
            </a:xfrm>
            <a:custGeom>
              <a:avLst/>
              <a:gdLst/>
              <a:ahLst/>
              <a:cxnLst>
                <a:cxn ang="0">
                  <a:pos x="25" y="64"/>
                </a:cxn>
                <a:cxn ang="0">
                  <a:pos x="29" y="44"/>
                </a:cxn>
                <a:cxn ang="0">
                  <a:pos x="29" y="64"/>
                </a:cxn>
                <a:cxn ang="0">
                  <a:pos x="58" y="64"/>
                </a:cxn>
                <a:cxn ang="0">
                  <a:pos x="51" y="54"/>
                </a:cxn>
                <a:cxn ang="0">
                  <a:pos x="58" y="8"/>
                </a:cxn>
                <a:cxn ang="0">
                  <a:pos x="58" y="8"/>
                </a:cxn>
                <a:cxn ang="0">
                  <a:pos x="65" y="54"/>
                </a:cxn>
                <a:cxn ang="0">
                  <a:pos x="58" y="64"/>
                </a:cxn>
                <a:cxn ang="0">
                  <a:pos x="87" y="64"/>
                </a:cxn>
                <a:cxn ang="0">
                  <a:pos x="87" y="44"/>
                </a:cxn>
                <a:cxn ang="0">
                  <a:pos x="91" y="64"/>
                </a:cxn>
                <a:cxn ang="0">
                  <a:pos x="114" y="64"/>
                </a:cxn>
                <a:cxn ang="0">
                  <a:pos x="77" y="5"/>
                </a:cxn>
                <a:cxn ang="0">
                  <a:pos x="76" y="5"/>
                </a:cxn>
                <a:cxn ang="0">
                  <a:pos x="65" y="0"/>
                </a:cxn>
                <a:cxn ang="0">
                  <a:pos x="58" y="7"/>
                </a:cxn>
                <a:cxn ang="0">
                  <a:pos x="51" y="0"/>
                </a:cxn>
                <a:cxn ang="0">
                  <a:pos x="51" y="0"/>
                </a:cxn>
                <a:cxn ang="0">
                  <a:pos x="40" y="5"/>
                </a:cxn>
                <a:cxn ang="0">
                  <a:pos x="39" y="5"/>
                </a:cxn>
                <a:cxn ang="0">
                  <a:pos x="2" y="64"/>
                </a:cxn>
                <a:cxn ang="0">
                  <a:pos x="25" y="64"/>
                </a:cxn>
                <a:cxn ang="0">
                  <a:pos x="25" y="64"/>
                </a:cxn>
                <a:cxn ang="0">
                  <a:pos x="25" y="64"/>
                </a:cxn>
              </a:cxnLst>
              <a:rect l="0" t="0" r="r" b="b"/>
              <a:pathLst>
                <a:path w="116" h="64">
                  <a:moveTo>
                    <a:pt x="25" y="64"/>
                  </a:moveTo>
                  <a:cubicBezTo>
                    <a:pt x="24" y="56"/>
                    <a:pt x="26" y="49"/>
                    <a:pt x="29" y="4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87" y="44"/>
                    <a:pt x="87" y="44"/>
                    <a:pt x="87" y="44"/>
                  </a:cubicBezTo>
                  <a:cubicBezTo>
                    <a:pt x="90" y="49"/>
                    <a:pt x="92" y="56"/>
                    <a:pt x="91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6" y="29"/>
                    <a:pt x="88" y="12"/>
                    <a:pt x="77" y="5"/>
                  </a:cubicBezTo>
                  <a:cubicBezTo>
                    <a:pt x="77" y="5"/>
                    <a:pt x="76" y="5"/>
                    <a:pt x="76" y="5"/>
                  </a:cubicBezTo>
                  <a:cubicBezTo>
                    <a:pt x="72" y="2"/>
                    <a:pt x="69" y="1"/>
                    <a:pt x="65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7" y="1"/>
                    <a:pt x="44" y="2"/>
                    <a:pt x="40" y="5"/>
                  </a:cubicBezTo>
                  <a:cubicBezTo>
                    <a:pt x="40" y="5"/>
                    <a:pt x="39" y="5"/>
                    <a:pt x="39" y="5"/>
                  </a:cubicBezTo>
                  <a:cubicBezTo>
                    <a:pt x="28" y="12"/>
                    <a:pt x="0" y="29"/>
                    <a:pt x="2" y="64"/>
                  </a:cubicBezTo>
                  <a:lnTo>
                    <a:pt x="25" y="64"/>
                  </a:ln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 19"/>
            <p:cNvSpPr>
              <a:spLocks noEditPoints="1"/>
            </p:cNvSpPr>
            <p:nvPr/>
          </p:nvSpPr>
          <p:spPr bwMode="auto">
            <a:xfrm>
              <a:off x="3929063" y="4003675"/>
              <a:ext cx="93663" cy="93662"/>
            </a:xfrm>
            <a:custGeom>
              <a:avLst/>
              <a:gdLst/>
              <a:ahLst/>
              <a:cxnLst>
                <a:cxn ang="0">
                  <a:pos x="57" y="29"/>
                </a:cxn>
                <a:cxn ang="0">
                  <a:pos x="28" y="57"/>
                </a:cxn>
                <a:cxn ang="0">
                  <a:pos x="0" y="29"/>
                </a:cxn>
                <a:cxn ang="0">
                  <a:pos x="28" y="0"/>
                </a:cxn>
                <a:cxn ang="0">
                  <a:pos x="57" y="29"/>
                </a:cxn>
                <a:cxn ang="0">
                  <a:pos x="57" y="29"/>
                </a:cxn>
                <a:cxn ang="0">
                  <a:pos x="57" y="29"/>
                </a:cxn>
              </a:cxnLst>
              <a:rect l="0" t="0" r="r" b="b"/>
              <a:pathLst>
                <a:path w="57" h="57">
                  <a:moveTo>
                    <a:pt x="57" y="29"/>
                  </a:moveTo>
                  <a:cubicBezTo>
                    <a:pt x="57" y="45"/>
                    <a:pt x="44" y="57"/>
                    <a:pt x="28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lose/>
                  <a:moveTo>
                    <a:pt x="57" y="29"/>
                  </a:moveTo>
                  <a:cubicBezTo>
                    <a:pt x="57" y="29"/>
                    <a:pt x="57" y="29"/>
                    <a:pt x="57" y="2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20"/>
            <p:cNvSpPr>
              <a:spLocks noEditPoints="1"/>
            </p:cNvSpPr>
            <p:nvPr/>
          </p:nvSpPr>
          <p:spPr bwMode="auto">
            <a:xfrm>
              <a:off x="3879850" y="4100513"/>
              <a:ext cx="192088" cy="106362"/>
            </a:xfrm>
            <a:custGeom>
              <a:avLst/>
              <a:gdLst/>
              <a:ahLst/>
              <a:cxnLst>
                <a:cxn ang="0">
                  <a:pos x="25" y="64"/>
                </a:cxn>
                <a:cxn ang="0">
                  <a:pos x="29" y="44"/>
                </a:cxn>
                <a:cxn ang="0">
                  <a:pos x="29" y="64"/>
                </a:cxn>
                <a:cxn ang="0">
                  <a:pos x="58" y="64"/>
                </a:cxn>
                <a:cxn ang="0">
                  <a:pos x="51" y="54"/>
                </a:cxn>
                <a:cxn ang="0">
                  <a:pos x="58" y="8"/>
                </a:cxn>
                <a:cxn ang="0">
                  <a:pos x="58" y="8"/>
                </a:cxn>
                <a:cxn ang="0">
                  <a:pos x="65" y="54"/>
                </a:cxn>
                <a:cxn ang="0">
                  <a:pos x="59" y="64"/>
                </a:cxn>
                <a:cxn ang="0">
                  <a:pos x="88" y="64"/>
                </a:cxn>
                <a:cxn ang="0">
                  <a:pos x="88" y="44"/>
                </a:cxn>
                <a:cxn ang="0">
                  <a:pos x="92" y="64"/>
                </a:cxn>
                <a:cxn ang="0">
                  <a:pos x="114" y="64"/>
                </a:cxn>
                <a:cxn ang="0">
                  <a:pos x="77" y="5"/>
                </a:cxn>
                <a:cxn ang="0">
                  <a:pos x="76" y="5"/>
                </a:cxn>
                <a:cxn ang="0">
                  <a:pos x="66" y="0"/>
                </a:cxn>
                <a:cxn ang="0">
                  <a:pos x="58" y="7"/>
                </a:cxn>
                <a:cxn ang="0">
                  <a:pos x="52" y="0"/>
                </a:cxn>
                <a:cxn ang="0">
                  <a:pos x="51" y="0"/>
                </a:cxn>
                <a:cxn ang="0">
                  <a:pos x="41" y="5"/>
                </a:cxn>
                <a:cxn ang="0">
                  <a:pos x="39" y="5"/>
                </a:cxn>
                <a:cxn ang="0">
                  <a:pos x="3" y="64"/>
                </a:cxn>
                <a:cxn ang="0">
                  <a:pos x="25" y="64"/>
                </a:cxn>
                <a:cxn ang="0">
                  <a:pos x="25" y="64"/>
                </a:cxn>
                <a:cxn ang="0">
                  <a:pos x="25" y="64"/>
                </a:cxn>
              </a:cxnLst>
              <a:rect l="0" t="0" r="r" b="b"/>
              <a:pathLst>
                <a:path w="116" h="64">
                  <a:moveTo>
                    <a:pt x="25" y="64"/>
                  </a:moveTo>
                  <a:cubicBezTo>
                    <a:pt x="24" y="56"/>
                    <a:pt x="26" y="49"/>
                    <a:pt x="29" y="4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91" y="49"/>
                    <a:pt x="92" y="56"/>
                    <a:pt x="92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6" y="29"/>
                    <a:pt x="88" y="12"/>
                    <a:pt x="77" y="5"/>
                  </a:cubicBezTo>
                  <a:cubicBezTo>
                    <a:pt x="77" y="5"/>
                    <a:pt x="76" y="5"/>
                    <a:pt x="76" y="5"/>
                  </a:cubicBezTo>
                  <a:cubicBezTo>
                    <a:pt x="73" y="2"/>
                    <a:pt x="69" y="1"/>
                    <a:pt x="66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8" y="1"/>
                    <a:pt x="44" y="2"/>
                    <a:pt x="41" y="5"/>
                  </a:cubicBezTo>
                  <a:cubicBezTo>
                    <a:pt x="40" y="5"/>
                    <a:pt x="40" y="5"/>
                    <a:pt x="39" y="5"/>
                  </a:cubicBezTo>
                  <a:cubicBezTo>
                    <a:pt x="28" y="12"/>
                    <a:pt x="0" y="29"/>
                    <a:pt x="3" y="64"/>
                  </a:cubicBezTo>
                  <a:lnTo>
                    <a:pt x="25" y="64"/>
                  </a:ln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21"/>
            <p:cNvSpPr>
              <a:spLocks noChangeArrowheads="1"/>
            </p:cNvSpPr>
            <p:nvPr/>
          </p:nvSpPr>
          <p:spPr bwMode="auto">
            <a:xfrm>
              <a:off x="3681413" y="4222750"/>
              <a:ext cx="542925" cy="6667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Freeform 22"/>
            <p:cNvSpPr>
              <a:spLocks noEditPoints="1"/>
            </p:cNvSpPr>
            <p:nvPr/>
          </p:nvSpPr>
          <p:spPr bwMode="auto">
            <a:xfrm>
              <a:off x="3795713" y="3709988"/>
              <a:ext cx="177800" cy="179387"/>
            </a:xfrm>
            <a:custGeom>
              <a:avLst/>
              <a:gdLst/>
              <a:ahLst/>
              <a:cxnLst>
                <a:cxn ang="0">
                  <a:pos x="103" y="61"/>
                </a:cxn>
                <a:cxn ang="0">
                  <a:pos x="97" y="59"/>
                </a:cxn>
                <a:cxn ang="0">
                  <a:pos x="97" y="46"/>
                </a:cxn>
                <a:cxn ang="0">
                  <a:pos x="102" y="44"/>
                </a:cxn>
                <a:cxn ang="0">
                  <a:pos x="105" y="35"/>
                </a:cxn>
                <a:cxn ang="0">
                  <a:pos x="102" y="28"/>
                </a:cxn>
                <a:cxn ang="0">
                  <a:pos x="93" y="24"/>
                </a:cxn>
                <a:cxn ang="0">
                  <a:pos x="88" y="27"/>
                </a:cxn>
                <a:cxn ang="0">
                  <a:pos x="78" y="18"/>
                </a:cxn>
                <a:cxn ang="0">
                  <a:pos x="81" y="13"/>
                </a:cxn>
                <a:cxn ang="0">
                  <a:pos x="76" y="4"/>
                </a:cxn>
                <a:cxn ang="0">
                  <a:pos x="69" y="1"/>
                </a:cxn>
                <a:cxn ang="0">
                  <a:pos x="60" y="5"/>
                </a:cxn>
                <a:cxn ang="0">
                  <a:pos x="58" y="11"/>
                </a:cxn>
                <a:cxn ang="0">
                  <a:pos x="46" y="11"/>
                </a:cxn>
                <a:cxn ang="0">
                  <a:pos x="43" y="6"/>
                </a:cxn>
                <a:cxn ang="0">
                  <a:pos x="34" y="3"/>
                </a:cxn>
                <a:cxn ang="0">
                  <a:pos x="27" y="6"/>
                </a:cxn>
                <a:cxn ang="0">
                  <a:pos x="24" y="15"/>
                </a:cxn>
                <a:cxn ang="0">
                  <a:pos x="26" y="20"/>
                </a:cxn>
                <a:cxn ang="0">
                  <a:pos x="18" y="30"/>
                </a:cxn>
                <a:cxn ang="0">
                  <a:pos x="12" y="28"/>
                </a:cxn>
                <a:cxn ang="0">
                  <a:pos x="3" y="32"/>
                </a:cxn>
                <a:cxn ang="0">
                  <a:pos x="1" y="39"/>
                </a:cxn>
                <a:cxn ang="0">
                  <a:pos x="1" y="44"/>
                </a:cxn>
                <a:cxn ang="0">
                  <a:pos x="5" y="48"/>
                </a:cxn>
                <a:cxn ang="0">
                  <a:pos x="10" y="50"/>
                </a:cxn>
                <a:cxn ang="0">
                  <a:pos x="11" y="62"/>
                </a:cxn>
                <a:cxn ang="0">
                  <a:pos x="5" y="65"/>
                </a:cxn>
                <a:cxn ang="0">
                  <a:pos x="2" y="74"/>
                </a:cxn>
                <a:cxn ang="0">
                  <a:pos x="5" y="81"/>
                </a:cxn>
                <a:cxn ang="0">
                  <a:pos x="14" y="84"/>
                </a:cxn>
                <a:cxn ang="0">
                  <a:pos x="20" y="82"/>
                </a:cxn>
                <a:cxn ang="0">
                  <a:pos x="29" y="90"/>
                </a:cxn>
                <a:cxn ang="0">
                  <a:pos x="27" y="96"/>
                </a:cxn>
                <a:cxn ang="0">
                  <a:pos x="27" y="101"/>
                </a:cxn>
                <a:cxn ang="0">
                  <a:pos x="31" y="105"/>
                </a:cxn>
                <a:cxn ang="0">
                  <a:pos x="38" y="107"/>
                </a:cxn>
                <a:cxn ang="0">
                  <a:pos x="43" y="107"/>
                </a:cxn>
                <a:cxn ang="0">
                  <a:pos x="47" y="103"/>
                </a:cxn>
                <a:cxn ang="0">
                  <a:pos x="49" y="98"/>
                </a:cxn>
                <a:cxn ang="0">
                  <a:pos x="62" y="97"/>
                </a:cxn>
                <a:cxn ang="0">
                  <a:pos x="64" y="103"/>
                </a:cxn>
                <a:cxn ang="0">
                  <a:pos x="73" y="106"/>
                </a:cxn>
                <a:cxn ang="0">
                  <a:pos x="80" y="103"/>
                </a:cxn>
                <a:cxn ang="0">
                  <a:pos x="84" y="94"/>
                </a:cxn>
                <a:cxn ang="0">
                  <a:pos x="81" y="88"/>
                </a:cxn>
                <a:cxn ang="0">
                  <a:pos x="90" y="79"/>
                </a:cxn>
                <a:cxn ang="0">
                  <a:pos x="95" y="81"/>
                </a:cxn>
                <a:cxn ang="0">
                  <a:pos x="101" y="81"/>
                </a:cxn>
                <a:cxn ang="0">
                  <a:pos x="104" y="77"/>
                </a:cxn>
                <a:cxn ang="0">
                  <a:pos x="107" y="70"/>
                </a:cxn>
                <a:cxn ang="0">
                  <a:pos x="103" y="61"/>
                </a:cxn>
                <a:cxn ang="0">
                  <a:pos x="65" y="79"/>
                </a:cxn>
                <a:cxn ang="0">
                  <a:pos x="54" y="81"/>
                </a:cxn>
                <a:cxn ang="0">
                  <a:pos x="29" y="66"/>
                </a:cxn>
                <a:cxn ang="0">
                  <a:pos x="42" y="30"/>
                </a:cxn>
                <a:cxn ang="0">
                  <a:pos x="54" y="27"/>
                </a:cxn>
                <a:cxn ang="0">
                  <a:pos x="78" y="43"/>
                </a:cxn>
                <a:cxn ang="0">
                  <a:pos x="65" y="79"/>
                </a:cxn>
                <a:cxn ang="0">
                  <a:pos x="65" y="79"/>
                </a:cxn>
                <a:cxn ang="0">
                  <a:pos x="65" y="79"/>
                </a:cxn>
              </a:cxnLst>
              <a:rect l="0" t="0" r="r" b="b"/>
              <a:pathLst>
                <a:path w="108" h="108">
                  <a:moveTo>
                    <a:pt x="103" y="61"/>
                  </a:moveTo>
                  <a:cubicBezTo>
                    <a:pt x="97" y="59"/>
                    <a:pt x="97" y="59"/>
                    <a:pt x="97" y="59"/>
                  </a:cubicBezTo>
                  <a:cubicBezTo>
                    <a:pt x="98" y="55"/>
                    <a:pt x="97" y="51"/>
                    <a:pt x="97" y="46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6" y="42"/>
                    <a:pt x="107" y="38"/>
                    <a:pt x="105" y="35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1" y="24"/>
                    <a:pt x="97" y="23"/>
                    <a:pt x="93" y="24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5" y="24"/>
                    <a:pt x="82" y="21"/>
                    <a:pt x="78" y="18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2" y="9"/>
                    <a:pt x="80" y="5"/>
                    <a:pt x="76" y="4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6" y="0"/>
                    <a:pt x="62" y="2"/>
                    <a:pt x="60" y="5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4" y="10"/>
                    <a:pt x="50" y="11"/>
                    <a:pt x="46" y="1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2" y="2"/>
                    <a:pt x="38" y="1"/>
                    <a:pt x="34" y="3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4" y="7"/>
                    <a:pt x="22" y="11"/>
                    <a:pt x="24" y="15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3" y="23"/>
                    <a:pt x="20" y="26"/>
                    <a:pt x="18" y="30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9" y="26"/>
                    <a:pt x="4" y="28"/>
                    <a:pt x="3" y="32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41"/>
                    <a:pt x="0" y="42"/>
                    <a:pt x="1" y="44"/>
                  </a:cubicBezTo>
                  <a:cubicBezTo>
                    <a:pt x="2" y="46"/>
                    <a:pt x="3" y="47"/>
                    <a:pt x="5" y="48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4"/>
                    <a:pt x="10" y="58"/>
                    <a:pt x="11" y="62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2" y="66"/>
                    <a:pt x="0" y="71"/>
                    <a:pt x="2" y="74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7" y="84"/>
                    <a:pt x="11" y="86"/>
                    <a:pt x="14" y="84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22" y="85"/>
                    <a:pt x="26" y="88"/>
                    <a:pt x="29" y="90"/>
                  </a:cubicBezTo>
                  <a:cubicBezTo>
                    <a:pt x="27" y="96"/>
                    <a:pt x="27" y="96"/>
                    <a:pt x="27" y="96"/>
                  </a:cubicBezTo>
                  <a:cubicBezTo>
                    <a:pt x="26" y="98"/>
                    <a:pt x="26" y="100"/>
                    <a:pt x="27" y="101"/>
                  </a:cubicBezTo>
                  <a:cubicBezTo>
                    <a:pt x="28" y="103"/>
                    <a:pt x="29" y="104"/>
                    <a:pt x="31" y="105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40" y="108"/>
                    <a:pt x="42" y="108"/>
                    <a:pt x="43" y="107"/>
                  </a:cubicBezTo>
                  <a:cubicBezTo>
                    <a:pt x="45" y="107"/>
                    <a:pt x="46" y="105"/>
                    <a:pt x="47" y="103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3" y="98"/>
                    <a:pt x="57" y="98"/>
                    <a:pt x="62" y="97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6" y="106"/>
                    <a:pt x="70" y="108"/>
                    <a:pt x="73" y="106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4" y="101"/>
                    <a:pt x="85" y="97"/>
                    <a:pt x="84" y="94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4" y="86"/>
                    <a:pt x="87" y="82"/>
                    <a:pt x="90" y="79"/>
                  </a:cubicBezTo>
                  <a:cubicBezTo>
                    <a:pt x="95" y="81"/>
                    <a:pt x="95" y="81"/>
                    <a:pt x="95" y="81"/>
                  </a:cubicBezTo>
                  <a:cubicBezTo>
                    <a:pt x="97" y="82"/>
                    <a:pt x="99" y="82"/>
                    <a:pt x="101" y="81"/>
                  </a:cubicBezTo>
                  <a:cubicBezTo>
                    <a:pt x="102" y="80"/>
                    <a:pt x="104" y="79"/>
                    <a:pt x="104" y="77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8" y="66"/>
                    <a:pt x="106" y="62"/>
                    <a:pt x="103" y="61"/>
                  </a:cubicBezTo>
                  <a:close/>
                  <a:moveTo>
                    <a:pt x="65" y="79"/>
                  </a:moveTo>
                  <a:cubicBezTo>
                    <a:pt x="61" y="81"/>
                    <a:pt x="58" y="81"/>
                    <a:pt x="54" y="81"/>
                  </a:cubicBezTo>
                  <a:cubicBezTo>
                    <a:pt x="43" y="81"/>
                    <a:pt x="33" y="75"/>
                    <a:pt x="29" y="66"/>
                  </a:cubicBezTo>
                  <a:cubicBezTo>
                    <a:pt x="23" y="52"/>
                    <a:pt x="29" y="36"/>
                    <a:pt x="42" y="30"/>
                  </a:cubicBezTo>
                  <a:cubicBezTo>
                    <a:pt x="46" y="28"/>
                    <a:pt x="50" y="27"/>
                    <a:pt x="54" y="27"/>
                  </a:cubicBezTo>
                  <a:cubicBezTo>
                    <a:pt x="64" y="27"/>
                    <a:pt x="74" y="33"/>
                    <a:pt x="78" y="43"/>
                  </a:cubicBezTo>
                  <a:cubicBezTo>
                    <a:pt x="85" y="57"/>
                    <a:pt x="79" y="73"/>
                    <a:pt x="65" y="79"/>
                  </a:cubicBezTo>
                  <a:close/>
                  <a:moveTo>
                    <a:pt x="65" y="79"/>
                  </a:moveTo>
                  <a:cubicBezTo>
                    <a:pt x="65" y="79"/>
                    <a:pt x="65" y="79"/>
                    <a:pt x="65" y="7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3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676" name="文本框 8"/>
          <p:cNvSpPr txBox="1"/>
          <p:nvPr/>
        </p:nvSpPr>
        <p:spPr>
          <a:xfrm>
            <a:off x="1176338" y="454025"/>
            <a:ext cx="506158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Competitive Advantage – WhatsApp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0" y="5755005"/>
            <a:ext cx="12192000" cy="110299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>
              <a:ln>
                <a:noFill/>
              </a:ln>
              <a:solidFill>
                <a:srgbClr val="297F9D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 noEditPoints="1"/>
          </p:cNvSpPr>
          <p:nvPr/>
        </p:nvSpPr>
        <p:spPr bwMode="auto">
          <a:xfrm>
            <a:off x="2352675" y="1884998"/>
            <a:ext cx="1401763" cy="3797300"/>
          </a:xfrm>
          <a:custGeom>
            <a:avLst/>
            <a:gdLst>
              <a:gd name="T0" fmla="*/ 146 w 280"/>
              <a:gd name="T1" fmla="*/ 122 h 761"/>
              <a:gd name="T2" fmla="*/ 161 w 280"/>
              <a:gd name="T3" fmla="*/ 134 h 761"/>
              <a:gd name="T4" fmla="*/ 125 w 280"/>
              <a:gd name="T5" fmla="*/ 184 h 761"/>
              <a:gd name="T6" fmla="*/ 112 w 280"/>
              <a:gd name="T7" fmla="*/ 83 h 761"/>
              <a:gd name="T8" fmla="*/ 0 w 280"/>
              <a:gd name="T9" fmla="*/ 113 h 761"/>
              <a:gd name="T10" fmla="*/ 14 w 280"/>
              <a:gd name="T11" fmla="*/ 237 h 761"/>
              <a:gd name="T12" fmla="*/ 91 w 280"/>
              <a:gd name="T13" fmla="*/ 264 h 761"/>
              <a:gd name="T14" fmla="*/ 100 w 280"/>
              <a:gd name="T15" fmla="*/ 275 h 761"/>
              <a:gd name="T16" fmla="*/ 113 w 280"/>
              <a:gd name="T17" fmla="*/ 280 h 761"/>
              <a:gd name="T18" fmla="*/ 88 w 280"/>
              <a:gd name="T19" fmla="*/ 384 h 761"/>
              <a:gd name="T20" fmla="*/ 104 w 280"/>
              <a:gd name="T21" fmla="*/ 386 h 761"/>
              <a:gd name="T22" fmla="*/ 126 w 280"/>
              <a:gd name="T23" fmla="*/ 550 h 761"/>
              <a:gd name="T24" fmla="*/ 129 w 280"/>
              <a:gd name="T25" fmla="*/ 593 h 761"/>
              <a:gd name="T26" fmla="*/ 130 w 280"/>
              <a:gd name="T27" fmla="*/ 675 h 761"/>
              <a:gd name="T28" fmla="*/ 128 w 280"/>
              <a:gd name="T29" fmla="*/ 724 h 761"/>
              <a:gd name="T30" fmla="*/ 108 w 280"/>
              <a:gd name="T31" fmla="*/ 737 h 761"/>
              <a:gd name="T32" fmla="*/ 90 w 280"/>
              <a:gd name="T33" fmla="*/ 752 h 761"/>
              <a:gd name="T34" fmla="*/ 137 w 280"/>
              <a:gd name="T35" fmla="*/ 753 h 761"/>
              <a:gd name="T36" fmla="*/ 183 w 280"/>
              <a:gd name="T37" fmla="*/ 757 h 761"/>
              <a:gd name="T38" fmla="*/ 213 w 280"/>
              <a:gd name="T39" fmla="*/ 756 h 761"/>
              <a:gd name="T40" fmla="*/ 232 w 280"/>
              <a:gd name="T41" fmla="*/ 736 h 761"/>
              <a:gd name="T42" fmla="*/ 218 w 280"/>
              <a:gd name="T43" fmla="*/ 556 h 761"/>
              <a:gd name="T44" fmla="*/ 211 w 280"/>
              <a:gd name="T45" fmla="*/ 526 h 761"/>
              <a:gd name="T46" fmla="*/ 215 w 280"/>
              <a:gd name="T47" fmla="*/ 474 h 761"/>
              <a:gd name="T48" fmla="*/ 234 w 280"/>
              <a:gd name="T49" fmla="*/ 400 h 761"/>
              <a:gd name="T50" fmla="*/ 242 w 280"/>
              <a:gd name="T51" fmla="*/ 400 h 761"/>
              <a:gd name="T52" fmla="*/ 236 w 280"/>
              <a:gd name="T53" fmla="*/ 335 h 761"/>
              <a:gd name="T54" fmla="*/ 231 w 280"/>
              <a:gd name="T55" fmla="*/ 296 h 761"/>
              <a:gd name="T56" fmla="*/ 236 w 280"/>
              <a:gd name="T57" fmla="*/ 252 h 761"/>
              <a:gd name="T58" fmla="*/ 264 w 280"/>
              <a:gd name="T59" fmla="*/ 145 h 761"/>
              <a:gd name="T60" fmla="*/ 242 w 280"/>
              <a:gd name="T61" fmla="*/ 129 h 761"/>
              <a:gd name="T62" fmla="*/ 232 w 280"/>
              <a:gd name="T63" fmla="*/ 111 h 761"/>
              <a:gd name="T64" fmla="*/ 226 w 280"/>
              <a:gd name="T65" fmla="*/ 109 h 761"/>
              <a:gd name="T66" fmla="*/ 224 w 280"/>
              <a:gd name="T67" fmla="*/ 102 h 761"/>
              <a:gd name="T68" fmla="*/ 233 w 280"/>
              <a:gd name="T69" fmla="*/ 88 h 761"/>
              <a:gd name="T70" fmla="*/ 228 w 280"/>
              <a:gd name="T71" fmla="*/ 73 h 761"/>
              <a:gd name="T72" fmla="*/ 237 w 280"/>
              <a:gd name="T73" fmla="*/ 65 h 761"/>
              <a:gd name="T74" fmla="*/ 230 w 280"/>
              <a:gd name="T75" fmla="*/ 59 h 761"/>
              <a:gd name="T76" fmla="*/ 169 w 280"/>
              <a:gd name="T77" fmla="*/ 6 h 761"/>
              <a:gd name="T78" fmla="*/ 117 w 280"/>
              <a:gd name="T79" fmla="*/ 54 h 761"/>
              <a:gd name="T80" fmla="*/ 127 w 280"/>
              <a:gd name="T81" fmla="*/ 89 h 761"/>
              <a:gd name="T82" fmla="*/ 139 w 280"/>
              <a:gd name="T83" fmla="*/ 124 h 761"/>
              <a:gd name="T84" fmla="*/ 167 w 280"/>
              <a:gd name="T85" fmla="*/ 709 h 761"/>
              <a:gd name="T86" fmla="*/ 176 w 280"/>
              <a:gd name="T87" fmla="*/ 662 h 761"/>
              <a:gd name="T88" fmla="*/ 173 w 280"/>
              <a:gd name="T89" fmla="*/ 590 h 761"/>
              <a:gd name="T90" fmla="*/ 187 w 280"/>
              <a:gd name="T91" fmla="*/ 629 h 761"/>
              <a:gd name="T92" fmla="*/ 192 w 280"/>
              <a:gd name="T93" fmla="*/ 690 h 761"/>
              <a:gd name="T94" fmla="*/ 180 w 280"/>
              <a:gd name="T95" fmla="*/ 722 h 761"/>
              <a:gd name="T96" fmla="*/ 168 w 280"/>
              <a:gd name="T97" fmla="*/ 734 h 761"/>
              <a:gd name="T98" fmla="*/ 167 w 280"/>
              <a:gd name="T99" fmla="*/ 709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80" h="761">
                <a:moveTo>
                  <a:pt x="146" y="122"/>
                </a:moveTo>
                <a:cubicBezTo>
                  <a:pt x="146" y="122"/>
                  <a:pt x="156" y="132"/>
                  <a:pt x="161" y="134"/>
                </a:cubicBezTo>
                <a:cubicBezTo>
                  <a:pt x="161" y="134"/>
                  <a:pt x="128" y="172"/>
                  <a:pt x="125" y="184"/>
                </a:cubicBezTo>
                <a:cubicBezTo>
                  <a:pt x="112" y="83"/>
                  <a:pt x="112" y="83"/>
                  <a:pt x="112" y="83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237"/>
                  <a:pt x="14" y="237"/>
                  <a:pt x="14" y="237"/>
                </a:cubicBezTo>
                <a:cubicBezTo>
                  <a:pt x="91" y="264"/>
                  <a:pt x="91" y="264"/>
                  <a:pt x="91" y="264"/>
                </a:cubicBezTo>
                <a:cubicBezTo>
                  <a:pt x="91" y="264"/>
                  <a:pt x="91" y="271"/>
                  <a:pt x="100" y="275"/>
                </a:cubicBezTo>
                <a:cubicBezTo>
                  <a:pt x="113" y="280"/>
                  <a:pt x="113" y="280"/>
                  <a:pt x="113" y="280"/>
                </a:cubicBezTo>
                <a:cubicBezTo>
                  <a:pt x="113" y="280"/>
                  <a:pt x="86" y="366"/>
                  <a:pt x="88" y="384"/>
                </a:cubicBezTo>
                <a:cubicBezTo>
                  <a:pt x="104" y="386"/>
                  <a:pt x="104" y="386"/>
                  <a:pt x="104" y="386"/>
                </a:cubicBezTo>
                <a:cubicBezTo>
                  <a:pt x="104" y="386"/>
                  <a:pt x="97" y="462"/>
                  <a:pt x="126" y="550"/>
                </a:cubicBezTo>
                <a:cubicBezTo>
                  <a:pt x="126" y="550"/>
                  <a:pt x="128" y="583"/>
                  <a:pt x="129" y="593"/>
                </a:cubicBezTo>
                <a:cubicBezTo>
                  <a:pt x="129" y="604"/>
                  <a:pt x="131" y="662"/>
                  <a:pt x="130" y="675"/>
                </a:cubicBezTo>
                <a:cubicBezTo>
                  <a:pt x="129" y="687"/>
                  <a:pt x="132" y="719"/>
                  <a:pt x="128" y="724"/>
                </a:cubicBezTo>
                <a:cubicBezTo>
                  <a:pt x="123" y="728"/>
                  <a:pt x="114" y="735"/>
                  <a:pt x="108" y="737"/>
                </a:cubicBezTo>
                <a:cubicBezTo>
                  <a:pt x="102" y="739"/>
                  <a:pt x="86" y="747"/>
                  <a:pt x="90" y="752"/>
                </a:cubicBezTo>
                <a:cubicBezTo>
                  <a:pt x="90" y="752"/>
                  <a:pt x="93" y="759"/>
                  <a:pt x="137" y="753"/>
                </a:cubicBezTo>
                <a:cubicBezTo>
                  <a:pt x="137" y="753"/>
                  <a:pt x="137" y="761"/>
                  <a:pt x="183" y="757"/>
                </a:cubicBezTo>
                <a:cubicBezTo>
                  <a:pt x="183" y="757"/>
                  <a:pt x="207" y="756"/>
                  <a:pt x="213" y="756"/>
                </a:cubicBezTo>
                <a:cubicBezTo>
                  <a:pt x="219" y="756"/>
                  <a:pt x="243" y="751"/>
                  <a:pt x="232" y="736"/>
                </a:cubicBezTo>
                <a:cubicBezTo>
                  <a:pt x="232" y="736"/>
                  <a:pt x="243" y="588"/>
                  <a:pt x="218" y="556"/>
                </a:cubicBezTo>
                <a:cubicBezTo>
                  <a:pt x="218" y="556"/>
                  <a:pt x="211" y="535"/>
                  <a:pt x="211" y="526"/>
                </a:cubicBezTo>
                <a:cubicBezTo>
                  <a:pt x="211" y="517"/>
                  <a:pt x="212" y="487"/>
                  <a:pt x="215" y="474"/>
                </a:cubicBezTo>
                <a:cubicBezTo>
                  <a:pt x="217" y="461"/>
                  <a:pt x="236" y="407"/>
                  <a:pt x="234" y="400"/>
                </a:cubicBezTo>
                <a:cubicBezTo>
                  <a:pt x="242" y="400"/>
                  <a:pt x="242" y="400"/>
                  <a:pt x="242" y="400"/>
                </a:cubicBezTo>
                <a:cubicBezTo>
                  <a:pt x="242" y="400"/>
                  <a:pt x="247" y="352"/>
                  <a:pt x="236" y="335"/>
                </a:cubicBezTo>
                <a:cubicBezTo>
                  <a:pt x="225" y="318"/>
                  <a:pt x="231" y="308"/>
                  <a:pt x="231" y="296"/>
                </a:cubicBezTo>
                <a:cubicBezTo>
                  <a:pt x="231" y="283"/>
                  <a:pt x="236" y="252"/>
                  <a:pt x="236" y="252"/>
                </a:cubicBezTo>
                <a:cubicBezTo>
                  <a:pt x="236" y="252"/>
                  <a:pt x="280" y="172"/>
                  <a:pt x="264" y="145"/>
                </a:cubicBezTo>
                <a:cubicBezTo>
                  <a:pt x="264" y="145"/>
                  <a:pt x="261" y="134"/>
                  <a:pt x="242" y="129"/>
                </a:cubicBezTo>
                <a:cubicBezTo>
                  <a:pt x="242" y="129"/>
                  <a:pt x="232" y="115"/>
                  <a:pt x="232" y="111"/>
                </a:cubicBezTo>
                <a:cubicBezTo>
                  <a:pt x="231" y="106"/>
                  <a:pt x="226" y="109"/>
                  <a:pt x="226" y="109"/>
                </a:cubicBezTo>
                <a:cubicBezTo>
                  <a:pt x="224" y="102"/>
                  <a:pt x="224" y="102"/>
                  <a:pt x="224" y="102"/>
                </a:cubicBezTo>
                <a:cubicBezTo>
                  <a:pt x="224" y="102"/>
                  <a:pt x="233" y="105"/>
                  <a:pt x="233" y="88"/>
                </a:cubicBezTo>
                <a:cubicBezTo>
                  <a:pt x="233" y="71"/>
                  <a:pt x="232" y="78"/>
                  <a:pt x="228" y="73"/>
                </a:cubicBezTo>
                <a:cubicBezTo>
                  <a:pt x="224" y="67"/>
                  <a:pt x="233" y="70"/>
                  <a:pt x="237" y="65"/>
                </a:cubicBezTo>
                <a:cubicBezTo>
                  <a:pt x="240" y="61"/>
                  <a:pt x="233" y="65"/>
                  <a:pt x="230" y="59"/>
                </a:cubicBezTo>
                <a:cubicBezTo>
                  <a:pt x="226" y="54"/>
                  <a:pt x="201" y="0"/>
                  <a:pt x="169" y="6"/>
                </a:cubicBezTo>
                <a:cubicBezTo>
                  <a:pt x="136" y="12"/>
                  <a:pt x="119" y="43"/>
                  <a:pt x="117" y="54"/>
                </a:cubicBezTo>
                <a:cubicBezTo>
                  <a:pt x="115" y="65"/>
                  <a:pt x="126" y="85"/>
                  <a:pt x="127" y="89"/>
                </a:cubicBezTo>
                <a:cubicBezTo>
                  <a:pt x="128" y="92"/>
                  <a:pt x="145" y="113"/>
                  <a:pt x="139" y="124"/>
                </a:cubicBezTo>
                <a:moveTo>
                  <a:pt x="167" y="709"/>
                </a:moveTo>
                <a:cubicBezTo>
                  <a:pt x="169" y="697"/>
                  <a:pt x="175" y="671"/>
                  <a:pt x="176" y="662"/>
                </a:cubicBezTo>
                <a:cubicBezTo>
                  <a:pt x="177" y="654"/>
                  <a:pt x="176" y="596"/>
                  <a:pt x="173" y="590"/>
                </a:cubicBezTo>
                <a:cubicBezTo>
                  <a:pt x="173" y="590"/>
                  <a:pt x="186" y="617"/>
                  <a:pt x="187" y="629"/>
                </a:cubicBezTo>
                <a:cubicBezTo>
                  <a:pt x="188" y="640"/>
                  <a:pt x="197" y="680"/>
                  <a:pt x="192" y="690"/>
                </a:cubicBezTo>
                <a:cubicBezTo>
                  <a:pt x="188" y="700"/>
                  <a:pt x="184" y="717"/>
                  <a:pt x="180" y="722"/>
                </a:cubicBezTo>
                <a:cubicBezTo>
                  <a:pt x="177" y="727"/>
                  <a:pt x="168" y="734"/>
                  <a:pt x="168" y="734"/>
                </a:cubicBezTo>
                <a:cubicBezTo>
                  <a:pt x="168" y="734"/>
                  <a:pt x="164" y="720"/>
                  <a:pt x="167" y="709"/>
                </a:cubicBezTo>
                <a:close/>
              </a:path>
            </a:pathLst>
          </a:custGeom>
          <a:solidFill>
            <a:srgbClr val="B8E6DC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Freeform 12"/>
          <p:cNvSpPr>
            <a:spLocks noEditPoints="1"/>
          </p:cNvSpPr>
          <p:nvPr/>
        </p:nvSpPr>
        <p:spPr bwMode="auto">
          <a:xfrm>
            <a:off x="3754438" y="1696085"/>
            <a:ext cx="1263650" cy="3986213"/>
          </a:xfrm>
          <a:custGeom>
            <a:avLst/>
            <a:gdLst>
              <a:gd name="T0" fmla="*/ 193 w 253"/>
              <a:gd name="T1" fmla="*/ 151 h 798"/>
              <a:gd name="T2" fmla="*/ 182 w 253"/>
              <a:gd name="T3" fmla="*/ 103 h 798"/>
              <a:gd name="T4" fmla="*/ 165 w 253"/>
              <a:gd name="T5" fmla="*/ 92 h 798"/>
              <a:gd name="T6" fmla="*/ 162 w 253"/>
              <a:gd name="T7" fmla="*/ 50 h 798"/>
              <a:gd name="T8" fmla="*/ 95 w 253"/>
              <a:gd name="T9" fmla="*/ 103 h 798"/>
              <a:gd name="T10" fmla="*/ 80 w 253"/>
              <a:gd name="T11" fmla="*/ 141 h 798"/>
              <a:gd name="T12" fmla="*/ 27 w 253"/>
              <a:gd name="T13" fmla="*/ 149 h 798"/>
              <a:gd name="T14" fmla="*/ 3 w 253"/>
              <a:gd name="T15" fmla="*/ 255 h 798"/>
              <a:gd name="T16" fmla="*/ 20 w 253"/>
              <a:gd name="T17" fmla="*/ 388 h 798"/>
              <a:gd name="T18" fmla="*/ 29 w 253"/>
              <a:gd name="T19" fmla="*/ 390 h 798"/>
              <a:gd name="T20" fmla="*/ 48 w 253"/>
              <a:gd name="T21" fmla="*/ 409 h 798"/>
              <a:gd name="T22" fmla="*/ 47 w 253"/>
              <a:gd name="T23" fmla="*/ 488 h 798"/>
              <a:gd name="T24" fmla="*/ 28 w 253"/>
              <a:gd name="T25" fmla="*/ 615 h 798"/>
              <a:gd name="T26" fmla="*/ 16 w 253"/>
              <a:gd name="T27" fmla="*/ 733 h 798"/>
              <a:gd name="T28" fmla="*/ 24 w 253"/>
              <a:gd name="T29" fmla="*/ 798 h 798"/>
              <a:gd name="T30" fmla="*/ 65 w 253"/>
              <a:gd name="T31" fmla="*/ 772 h 798"/>
              <a:gd name="T32" fmla="*/ 70 w 253"/>
              <a:gd name="T33" fmla="*/ 712 h 798"/>
              <a:gd name="T34" fmla="*/ 85 w 253"/>
              <a:gd name="T35" fmla="*/ 613 h 798"/>
              <a:gd name="T36" fmla="*/ 122 w 253"/>
              <a:gd name="T37" fmla="*/ 478 h 798"/>
              <a:gd name="T38" fmla="*/ 130 w 253"/>
              <a:gd name="T39" fmla="*/ 489 h 798"/>
              <a:gd name="T40" fmla="*/ 138 w 253"/>
              <a:gd name="T41" fmla="*/ 607 h 798"/>
              <a:gd name="T42" fmla="*/ 128 w 253"/>
              <a:gd name="T43" fmla="*/ 679 h 798"/>
              <a:gd name="T44" fmla="*/ 114 w 253"/>
              <a:gd name="T45" fmla="*/ 722 h 798"/>
              <a:gd name="T46" fmla="*/ 121 w 253"/>
              <a:gd name="T47" fmla="*/ 795 h 798"/>
              <a:gd name="T48" fmla="*/ 210 w 253"/>
              <a:gd name="T49" fmla="*/ 784 h 798"/>
              <a:gd name="T50" fmla="*/ 173 w 253"/>
              <a:gd name="T51" fmla="*/ 768 h 798"/>
              <a:gd name="T52" fmla="*/ 184 w 253"/>
              <a:gd name="T53" fmla="*/ 617 h 798"/>
              <a:gd name="T54" fmla="*/ 189 w 253"/>
              <a:gd name="T55" fmla="*/ 502 h 798"/>
              <a:gd name="T56" fmla="*/ 210 w 253"/>
              <a:gd name="T57" fmla="*/ 428 h 798"/>
              <a:gd name="T58" fmla="*/ 187 w 253"/>
              <a:gd name="T59" fmla="*/ 297 h 798"/>
              <a:gd name="T60" fmla="*/ 241 w 253"/>
              <a:gd name="T61" fmla="*/ 239 h 798"/>
              <a:gd name="T62" fmla="*/ 46 w 253"/>
              <a:gd name="T63" fmla="*/ 328 h 798"/>
              <a:gd name="T64" fmla="*/ 39 w 253"/>
              <a:gd name="T65" fmla="*/ 294 h 798"/>
              <a:gd name="T66" fmla="*/ 49 w 253"/>
              <a:gd name="T67" fmla="*/ 252 h 798"/>
              <a:gd name="T68" fmla="*/ 128 w 253"/>
              <a:gd name="T69" fmla="*/ 389 h 798"/>
              <a:gd name="T70" fmla="*/ 115 w 253"/>
              <a:gd name="T71" fmla="*/ 156 h 798"/>
              <a:gd name="T72" fmla="*/ 133 w 253"/>
              <a:gd name="T73" fmla="*/ 155 h 798"/>
              <a:gd name="T74" fmla="*/ 142 w 253"/>
              <a:gd name="T75" fmla="*/ 376 h 798"/>
              <a:gd name="T76" fmla="*/ 173 w 253"/>
              <a:gd name="T77" fmla="*/ 156 h 798"/>
              <a:gd name="T78" fmla="*/ 144 w 253"/>
              <a:gd name="T79" fmla="*/ 135 h 798"/>
              <a:gd name="T80" fmla="*/ 168 w 253"/>
              <a:gd name="T81" fmla="*/ 1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798">
                <a:moveTo>
                  <a:pt x="233" y="205"/>
                </a:moveTo>
                <a:cubicBezTo>
                  <a:pt x="233" y="205"/>
                  <a:pt x="205" y="148"/>
                  <a:pt x="193" y="151"/>
                </a:cubicBezTo>
                <a:cubicBezTo>
                  <a:pt x="193" y="151"/>
                  <a:pt x="186" y="135"/>
                  <a:pt x="187" y="131"/>
                </a:cubicBezTo>
                <a:cubicBezTo>
                  <a:pt x="188" y="127"/>
                  <a:pt x="197" y="107"/>
                  <a:pt x="182" y="103"/>
                </a:cubicBezTo>
                <a:cubicBezTo>
                  <a:pt x="164" y="98"/>
                  <a:pt x="164" y="98"/>
                  <a:pt x="164" y="98"/>
                </a:cubicBezTo>
                <a:cubicBezTo>
                  <a:pt x="164" y="98"/>
                  <a:pt x="165" y="96"/>
                  <a:pt x="165" y="92"/>
                </a:cubicBezTo>
                <a:cubicBezTo>
                  <a:pt x="171" y="92"/>
                  <a:pt x="168" y="84"/>
                  <a:pt x="166" y="79"/>
                </a:cubicBezTo>
                <a:cubicBezTo>
                  <a:pt x="166" y="70"/>
                  <a:pt x="165" y="60"/>
                  <a:pt x="162" y="50"/>
                </a:cubicBezTo>
                <a:cubicBezTo>
                  <a:pt x="162" y="50"/>
                  <a:pt x="138" y="0"/>
                  <a:pt x="91" y="45"/>
                </a:cubicBezTo>
                <a:cubicBezTo>
                  <a:pt x="91" y="45"/>
                  <a:pt x="76" y="71"/>
                  <a:pt x="95" y="103"/>
                </a:cubicBezTo>
                <a:cubicBezTo>
                  <a:pt x="95" y="103"/>
                  <a:pt x="102" y="122"/>
                  <a:pt x="98" y="126"/>
                </a:cubicBezTo>
                <a:cubicBezTo>
                  <a:pt x="93" y="129"/>
                  <a:pt x="87" y="137"/>
                  <a:pt x="80" y="141"/>
                </a:cubicBezTo>
                <a:cubicBezTo>
                  <a:pt x="72" y="144"/>
                  <a:pt x="50" y="149"/>
                  <a:pt x="42" y="148"/>
                </a:cubicBezTo>
                <a:cubicBezTo>
                  <a:pt x="35" y="147"/>
                  <a:pt x="27" y="149"/>
                  <a:pt x="27" y="149"/>
                </a:cubicBezTo>
                <a:cubicBezTo>
                  <a:pt x="27" y="149"/>
                  <a:pt x="12" y="189"/>
                  <a:pt x="8" y="211"/>
                </a:cubicBezTo>
                <a:cubicBezTo>
                  <a:pt x="3" y="233"/>
                  <a:pt x="3" y="243"/>
                  <a:pt x="3" y="255"/>
                </a:cubicBezTo>
                <a:cubicBezTo>
                  <a:pt x="2" y="267"/>
                  <a:pt x="0" y="298"/>
                  <a:pt x="1" y="306"/>
                </a:cubicBezTo>
                <a:cubicBezTo>
                  <a:pt x="2" y="315"/>
                  <a:pt x="13" y="380"/>
                  <a:pt x="20" y="388"/>
                </a:cubicBezTo>
                <a:cubicBezTo>
                  <a:pt x="27" y="385"/>
                  <a:pt x="27" y="385"/>
                  <a:pt x="27" y="385"/>
                </a:cubicBezTo>
                <a:cubicBezTo>
                  <a:pt x="29" y="390"/>
                  <a:pt x="29" y="390"/>
                  <a:pt x="29" y="390"/>
                </a:cubicBezTo>
                <a:cubicBezTo>
                  <a:pt x="35" y="387"/>
                  <a:pt x="35" y="387"/>
                  <a:pt x="35" y="387"/>
                </a:cubicBezTo>
                <a:cubicBezTo>
                  <a:pt x="35" y="387"/>
                  <a:pt x="42" y="404"/>
                  <a:pt x="48" y="409"/>
                </a:cubicBezTo>
                <a:cubicBezTo>
                  <a:pt x="51" y="453"/>
                  <a:pt x="51" y="453"/>
                  <a:pt x="51" y="453"/>
                </a:cubicBezTo>
                <a:cubicBezTo>
                  <a:pt x="51" y="453"/>
                  <a:pt x="53" y="469"/>
                  <a:pt x="47" y="488"/>
                </a:cubicBezTo>
                <a:cubicBezTo>
                  <a:pt x="41" y="506"/>
                  <a:pt x="47" y="529"/>
                  <a:pt x="46" y="545"/>
                </a:cubicBezTo>
                <a:cubicBezTo>
                  <a:pt x="45" y="561"/>
                  <a:pt x="31" y="606"/>
                  <a:pt x="28" y="615"/>
                </a:cubicBezTo>
                <a:cubicBezTo>
                  <a:pt x="24" y="625"/>
                  <a:pt x="17" y="678"/>
                  <a:pt x="18" y="693"/>
                </a:cubicBezTo>
                <a:cubicBezTo>
                  <a:pt x="19" y="709"/>
                  <a:pt x="15" y="725"/>
                  <a:pt x="16" y="733"/>
                </a:cubicBezTo>
                <a:cubicBezTo>
                  <a:pt x="17" y="742"/>
                  <a:pt x="24" y="753"/>
                  <a:pt x="25" y="760"/>
                </a:cubicBezTo>
                <a:cubicBezTo>
                  <a:pt x="26" y="767"/>
                  <a:pt x="9" y="798"/>
                  <a:pt x="24" y="798"/>
                </a:cubicBezTo>
                <a:cubicBezTo>
                  <a:pt x="39" y="798"/>
                  <a:pt x="64" y="797"/>
                  <a:pt x="64" y="797"/>
                </a:cubicBezTo>
                <a:cubicBezTo>
                  <a:pt x="64" y="797"/>
                  <a:pt x="68" y="777"/>
                  <a:pt x="65" y="772"/>
                </a:cubicBezTo>
                <a:cubicBezTo>
                  <a:pt x="65" y="772"/>
                  <a:pt x="89" y="745"/>
                  <a:pt x="73" y="732"/>
                </a:cubicBezTo>
                <a:cubicBezTo>
                  <a:pt x="58" y="720"/>
                  <a:pt x="67" y="723"/>
                  <a:pt x="70" y="712"/>
                </a:cubicBezTo>
                <a:cubicBezTo>
                  <a:pt x="73" y="700"/>
                  <a:pt x="82" y="679"/>
                  <a:pt x="82" y="668"/>
                </a:cubicBezTo>
                <a:cubicBezTo>
                  <a:pt x="82" y="658"/>
                  <a:pt x="83" y="626"/>
                  <a:pt x="85" y="613"/>
                </a:cubicBezTo>
                <a:cubicBezTo>
                  <a:pt x="86" y="600"/>
                  <a:pt x="95" y="565"/>
                  <a:pt x="104" y="540"/>
                </a:cubicBezTo>
                <a:cubicBezTo>
                  <a:pt x="112" y="515"/>
                  <a:pt x="122" y="486"/>
                  <a:pt x="122" y="478"/>
                </a:cubicBezTo>
                <a:cubicBezTo>
                  <a:pt x="122" y="470"/>
                  <a:pt x="125" y="463"/>
                  <a:pt x="125" y="463"/>
                </a:cubicBezTo>
                <a:cubicBezTo>
                  <a:pt x="125" y="463"/>
                  <a:pt x="130" y="484"/>
                  <a:pt x="130" y="489"/>
                </a:cubicBezTo>
                <a:cubicBezTo>
                  <a:pt x="130" y="493"/>
                  <a:pt x="136" y="529"/>
                  <a:pt x="133" y="541"/>
                </a:cubicBezTo>
                <a:cubicBezTo>
                  <a:pt x="131" y="552"/>
                  <a:pt x="139" y="600"/>
                  <a:pt x="138" y="607"/>
                </a:cubicBezTo>
                <a:cubicBezTo>
                  <a:pt x="136" y="614"/>
                  <a:pt x="132" y="615"/>
                  <a:pt x="131" y="625"/>
                </a:cubicBezTo>
                <a:cubicBezTo>
                  <a:pt x="129" y="634"/>
                  <a:pt x="129" y="668"/>
                  <a:pt x="128" y="679"/>
                </a:cubicBezTo>
                <a:cubicBezTo>
                  <a:pt x="127" y="691"/>
                  <a:pt x="120" y="692"/>
                  <a:pt x="120" y="702"/>
                </a:cubicBezTo>
                <a:cubicBezTo>
                  <a:pt x="120" y="712"/>
                  <a:pt x="118" y="713"/>
                  <a:pt x="114" y="722"/>
                </a:cubicBezTo>
                <a:cubicBezTo>
                  <a:pt x="111" y="731"/>
                  <a:pt x="117" y="765"/>
                  <a:pt x="114" y="769"/>
                </a:cubicBezTo>
                <a:cubicBezTo>
                  <a:pt x="112" y="773"/>
                  <a:pt x="110" y="796"/>
                  <a:pt x="121" y="795"/>
                </a:cubicBezTo>
                <a:cubicBezTo>
                  <a:pt x="132" y="794"/>
                  <a:pt x="157" y="792"/>
                  <a:pt x="162" y="795"/>
                </a:cubicBezTo>
                <a:cubicBezTo>
                  <a:pt x="167" y="798"/>
                  <a:pt x="219" y="795"/>
                  <a:pt x="210" y="784"/>
                </a:cubicBezTo>
                <a:cubicBezTo>
                  <a:pt x="202" y="772"/>
                  <a:pt x="199" y="776"/>
                  <a:pt x="191" y="776"/>
                </a:cubicBezTo>
                <a:cubicBezTo>
                  <a:pt x="183" y="776"/>
                  <a:pt x="176" y="774"/>
                  <a:pt x="173" y="768"/>
                </a:cubicBezTo>
                <a:cubicBezTo>
                  <a:pt x="170" y="762"/>
                  <a:pt x="172" y="758"/>
                  <a:pt x="172" y="751"/>
                </a:cubicBezTo>
                <a:cubicBezTo>
                  <a:pt x="172" y="743"/>
                  <a:pt x="189" y="652"/>
                  <a:pt x="184" y="617"/>
                </a:cubicBezTo>
                <a:cubicBezTo>
                  <a:pt x="179" y="582"/>
                  <a:pt x="179" y="602"/>
                  <a:pt x="182" y="581"/>
                </a:cubicBezTo>
                <a:cubicBezTo>
                  <a:pt x="186" y="561"/>
                  <a:pt x="188" y="525"/>
                  <a:pt x="189" y="502"/>
                </a:cubicBezTo>
                <a:cubicBezTo>
                  <a:pt x="191" y="480"/>
                  <a:pt x="201" y="434"/>
                  <a:pt x="197" y="428"/>
                </a:cubicBezTo>
                <a:cubicBezTo>
                  <a:pt x="210" y="428"/>
                  <a:pt x="210" y="428"/>
                  <a:pt x="210" y="428"/>
                </a:cubicBezTo>
                <a:cubicBezTo>
                  <a:pt x="210" y="428"/>
                  <a:pt x="207" y="364"/>
                  <a:pt x="198" y="343"/>
                </a:cubicBezTo>
                <a:cubicBezTo>
                  <a:pt x="189" y="322"/>
                  <a:pt x="189" y="306"/>
                  <a:pt x="187" y="297"/>
                </a:cubicBezTo>
                <a:cubicBezTo>
                  <a:pt x="184" y="287"/>
                  <a:pt x="186" y="241"/>
                  <a:pt x="186" y="241"/>
                </a:cubicBezTo>
                <a:cubicBezTo>
                  <a:pt x="186" y="241"/>
                  <a:pt x="230" y="261"/>
                  <a:pt x="241" y="239"/>
                </a:cubicBezTo>
                <a:cubicBezTo>
                  <a:pt x="241" y="239"/>
                  <a:pt x="253" y="229"/>
                  <a:pt x="233" y="205"/>
                </a:cubicBezTo>
                <a:close/>
                <a:moveTo>
                  <a:pt x="46" y="328"/>
                </a:moveTo>
                <a:cubicBezTo>
                  <a:pt x="46" y="328"/>
                  <a:pt x="42" y="322"/>
                  <a:pt x="41" y="316"/>
                </a:cubicBezTo>
                <a:cubicBezTo>
                  <a:pt x="41" y="310"/>
                  <a:pt x="39" y="294"/>
                  <a:pt x="39" y="294"/>
                </a:cubicBezTo>
                <a:cubicBezTo>
                  <a:pt x="39" y="294"/>
                  <a:pt x="38" y="290"/>
                  <a:pt x="40" y="286"/>
                </a:cubicBezTo>
                <a:cubicBezTo>
                  <a:pt x="41" y="283"/>
                  <a:pt x="49" y="252"/>
                  <a:pt x="49" y="252"/>
                </a:cubicBezTo>
                <a:cubicBezTo>
                  <a:pt x="49" y="252"/>
                  <a:pt x="63" y="294"/>
                  <a:pt x="46" y="328"/>
                </a:cubicBezTo>
                <a:close/>
                <a:moveTo>
                  <a:pt x="128" y="389"/>
                </a:moveTo>
                <a:cubicBezTo>
                  <a:pt x="115" y="378"/>
                  <a:pt x="115" y="378"/>
                  <a:pt x="115" y="378"/>
                </a:cubicBezTo>
                <a:cubicBezTo>
                  <a:pt x="127" y="236"/>
                  <a:pt x="115" y="156"/>
                  <a:pt x="115" y="156"/>
                </a:cubicBezTo>
                <a:cubicBezTo>
                  <a:pt x="123" y="147"/>
                  <a:pt x="123" y="147"/>
                  <a:pt x="123" y="147"/>
                </a:cubicBezTo>
                <a:cubicBezTo>
                  <a:pt x="133" y="155"/>
                  <a:pt x="133" y="155"/>
                  <a:pt x="133" y="155"/>
                </a:cubicBezTo>
                <a:cubicBezTo>
                  <a:pt x="129" y="163"/>
                  <a:pt x="129" y="163"/>
                  <a:pt x="129" y="163"/>
                </a:cubicBezTo>
                <a:cubicBezTo>
                  <a:pt x="142" y="376"/>
                  <a:pt x="142" y="376"/>
                  <a:pt x="142" y="376"/>
                </a:cubicBezTo>
                <a:lnTo>
                  <a:pt x="128" y="389"/>
                </a:lnTo>
                <a:close/>
                <a:moveTo>
                  <a:pt x="173" y="156"/>
                </a:moveTo>
                <a:cubicBezTo>
                  <a:pt x="169" y="159"/>
                  <a:pt x="148" y="150"/>
                  <a:pt x="148" y="150"/>
                </a:cubicBezTo>
                <a:cubicBezTo>
                  <a:pt x="144" y="135"/>
                  <a:pt x="144" y="135"/>
                  <a:pt x="144" y="135"/>
                </a:cubicBezTo>
                <a:cubicBezTo>
                  <a:pt x="144" y="135"/>
                  <a:pt x="152" y="129"/>
                  <a:pt x="154" y="125"/>
                </a:cubicBezTo>
                <a:cubicBezTo>
                  <a:pt x="154" y="125"/>
                  <a:pt x="162" y="141"/>
                  <a:pt x="168" y="142"/>
                </a:cubicBezTo>
                <a:cubicBezTo>
                  <a:pt x="174" y="143"/>
                  <a:pt x="177" y="154"/>
                  <a:pt x="173" y="156"/>
                </a:cubicBezTo>
                <a:close/>
              </a:path>
            </a:pathLst>
          </a:custGeom>
          <a:solidFill>
            <a:srgbClr val="3EB198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Freeform 531"/>
          <p:cNvSpPr/>
          <p:nvPr/>
        </p:nvSpPr>
        <p:spPr bwMode="auto">
          <a:xfrm>
            <a:off x="5381625" y="2352040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Freeform 531"/>
          <p:cNvSpPr/>
          <p:nvPr/>
        </p:nvSpPr>
        <p:spPr bwMode="auto">
          <a:xfrm>
            <a:off x="5381625" y="3226435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Freeform 531"/>
          <p:cNvSpPr/>
          <p:nvPr/>
        </p:nvSpPr>
        <p:spPr bwMode="auto">
          <a:xfrm>
            <a:off x="5381625" y="4218623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Oval 118"/>
          <p:cNvSpPr/>
          <p:nvPr/>
        </p:nvSpPr>
        <p:spPr>
          <a:xfrm>
            <a:off x="10564813" y="5010150"/>
            <a:ext cx="644525" cy="64293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Freeform 620"/>
          <p:cNvSpPr>
            <a:spLocks noEditPoints="1"/>
          </p:cNvSpPr>
          <p:nvPr/>
        </p:nvSpPr>
        <p:spPr bwMode="auto">
          <a:xfrm>
            <a:off x="10723563" y="5183188"/>
            <a:ext cx="327025" cy="285750"/>
          </a:xfrm>
          <a:custGeom>
            <a:avLst/>
            <a:gdLst>
              <a:gd name="T0" fmla="*/ 0 w 282"/>
              <a:gd name="T1" fmla="*/ 0 h 247"/>
              <a:gd name="T2" fmla="*/ 282 w 282"/>
              <a:gd name="T3" fmla="*/ 0 h 247"/>
              <a:gd name="T4" fmla="*/ 282 w 282"/>
              <a:gd name="T5" fmla="*/ 35 h 247"/>
              <a:gd name="T6" fmla="*/ 0 w 282"/>
              <a:gd name="T7" fmla="*/ 35 h 247"/>
              <a:gd name="T8" fmla="*/ 0 w 282"/>
              <a:gd name="T9" fmla="*/ 0 h 247"/>
              <a:gd name="T10" fmla="*/ 53 w 282"/>
              <a:gd name="T11" fmla="*/ 53 h 247"/>
              <a:gd name="T12" fmla="*/ 229 w 282"/>
              <a:gd name="T13" fmla="*/ 53 h 247"/>
              <a:gd name="T14" fmla="*/ 229 w 282"/>
              <a:gd name="T15" fmla="*/ 88 h 247"/>
              <a:gd name="T16" fmla="*/ 53 w 282"/>
              <a:gd name="T17" fmla="*/ 88 h 247"/>
              <a:gd name="T18" fmla="*/ 53 w 282"/>
              <a:gd name="T19" fmla="*/ 53 h 247"/>
              <a:gd name="T20" fmla="*/ 53 w 282"/>
              <a:gd name="T21" fmla="*/ 159 h 247"/>
              <a:gd name="T22" fmla="*/ 229 w 282"/>
              <a:gd name="T23" fmla="*/ 159 h 247"/>
              <a:gd name="T24" fmla="*/ 229 w 282"/>
              <a:gd name="T25" fmla="*/ 194 h 247"/>
              <a:gd name="T26" fmla="*/ 53 w 282"/>
              <a:gd name="T27" fmla="*/ 194 h 247"/>
              <a:gd name="T28" fmla="*/ 53 w 282"/>
              <a:gd name="T29" fmla="*/ 159 h 247"/>
              <a:gd name="T30" fmla="*/ 0 w 282"/>
              <a:gd name="T31" fmla="*/ 106 h 247"/>
              <a:gd name="T32" fmla="*/ 282 w 282"/>
              <a:gd name="T33" fmla="*/ 106 h 247"/>
              <a:gd name="T34" fmla="*/ 282 w 282"/>
              <a:gd name="T35" fmla="*/ 141 h 247"/>
              <a:gd name="T36" fmla="*/ 0 w 282"/>
              <a:gd name="T37" fmla="*/ 141 h 247"/>
              <a:gd name="T38" fmla="*/ 0 w 282"/>
              <a:gd name="T39" fmla="*/ 106 h 247"/>
              <a:gd name="T40" fmla="*/ 0 w 282"/>
              <a:gd name="T41" fmla="*/ 212 h 247"/>
              <a:gd name="T42" fmla="*/ 282 w 282"/>
              <a:gd name="T43" fmla="*/ 212 h 247"/>
              <a:gd name="T44" fmla="*/ 282 w 282"/>
              <a:gd name="T45" fmla="*/ 247 h 247"/>
              <a:gd name="T46" fmla="*/ 0 w 282"/>
              <a:gd name="T47" fmla="*/ 247 h 247"/>
              <a:gd name="T48" fmla="*/ 0 w 282"/>
              <a:gd name="T49" fmla="*/ 212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82" h="247">
                <a:moveTo>
                  <a:pt x="0" y="0"/>
                </a:moveTo>
                <a:lnTo>
                  <a:pt x="282" y="0"/>
                </a:lnTo>
                <a:lnTo>
                  <a:pt x="282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53" y="53"/>
                </a:moveTo>
                <a:lnTo>
                  <a:pt x="229" y="53"/>
                </a:lnTo>
                <a:lnTo>
                  <a:pt x="229" y="88"/>
                </a:lnTo>
                <a:lnTo>
                  <a:pt x="53" y="88"/>
                </a:lnTo>
                <a:lnTo>
                  <a:pt x="53" y="53"/>
                </a:lnTo>
                <a:close/>
                <a:moveTo>
                  <a:pt x="53" y="159"/>
                </a:moveTo>
                <a:lnTo>
                  <a:pt x="229" y="159"/>
                </a:lnTo>
                <a:lnTo>
                  <a:pt x="229" y="194"/>
                </a:lnTo>
                <a:lnTo>
                  <a:pt x="53" y="194"/>
                </a:lnTo>
                <a:lnTo>
                  <a:pt x="53" y="159"/>
                </a:lnTo>
                <a:close/>
                <a:moveTo>
                  <a:pt x="0" y="106"/>
                </a:moveTo>
                <a:lnTo>
                  <a:pt x="282" y="106"/>
                </a:lnTo>
                <a:lnTo>
                  <a:pt x="282" y="141"/>
                </a:lnTo>
                <a:lnTo>
                  <a:pt x="0" y="141"/>
                </a:lnTo>
                <a:lnTo>
                  <a:pt x="0" y="106"/>
                </a:lnTo>
                <a:close/>
                <a:moveTo>
                  <a:pt x="0" y="212"/>
                </a:moveTo>
                <a:lnTo>
                  <a:pt x="282" y="212"/>
                </a:lnTo>
                <a:lnTo>
                  <a:pt x="282" y="247"/>
                </a:lnTo>
                <a:lnTo>
                  <a:pt x="0" y="247"/>
                </a:lnTo>
                <a:lnTo>
                  <a:pt x="0" y="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688" name="TextBox 35"/>
          <p:cNvSpPr txBox="1"/>
          <p:nvPr/>
        </p:nvSpPr>
        <p:spPr>
          <a:xfrm>
            <a:off x="911225" y="6005513"/>
            <a:ext cx="10074275" cy="2571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1" name="Text Placeholder 2"/>
          <p:cNvSpPr txBox="1"/>
          <p:nvPr/>
        </p:nvSpPr>
        <p:spPr>
          <a:xfrm>
            <a:off x="5870575" y="2246948"/>
            <a:ext cx="4765675" cy="5899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While users can message, call, and video chat, WhatsApp doesn't offer real-time translation features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3" name="Text Placeholder 2"/>
          <p:cNvSpPr txBox="1"/>
          <p:nvPr/>
        </p:nvSpPr>
        <p:spPr>
          <a:xfrm>
            <a:off x="5870575" y="3146425"/>
            <a:ext cx="4765675" cy="8845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Conversations are restricted to the languages that users can understand without an embedded translation service.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4" name="Text Placeholder 2"/>
          <p:cNvSpPr txBox="1"/>
          <p:nvPr/>
        </p:nvSpPr>
        <p:spPr>
          <a:xfrm>
            <a:off x="5870575" y="4170998"/>
            <a:ext cx="4765675" cy="5899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Offers integrated text, voice, and video translation in real time, breaking language barriers effortlessly.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96035" y="1065530"/>
            <a:ext cx="10445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WhatsApp:</a:t>
            </a:r>
            <a:r>
              <a:rPr lang="en-US" sz="28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</a:t>
            </a:r>
            <a:r>
              <a:rPr lang="en-US" sz="2000">
                <a:solidFill>
                  <a:schemeClr val="bg1"/>
                </a:solidFill>
              </a:rPr>
              <a:t>Popular for global communication, with billions of users worldwide.</a:t>
            </a:r>
            <a:endParaRPr 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3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2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676" name="文本框 8"/>
          <p:cNvSpPr txBox="1"/>
          <p:nvPr/>
        </p:nvSpPr>
        <p:spPr>
          <a:xfrm>
            <a:off x="1176338" y="454025"/>
            <a:ext cx="443484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Competitive Advantage – Zoom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0" y="5755005"/>
            <a:ext cx="12192000" cy="110299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>
              <a:ln>
                <a:noFill/>
              </a:ln>
              <a:solidFill>
                <a:srgbClr val="297F9D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Freeform 6"/>
          <p:cNvSpPr>
            <a:spLocks noEditPoints="1"/>
          </p:cNvSpPr>
          <p:nvPr/>
        </p:nvSpPr>
        <p:spPr bwMode="auto">
          <a:xfrm>
            <a:off x="2352675" y="1884998"/>
            <a:ext cx="1401763" cy="3797300"/>
          </a:xfrm>
          <a:custGeom>
            <a:avLst/>
            <a:gdLst>
              <a:gd name="T0" fmla="*/ 146 w 280"/>
              <a:gd name="T1" fmla="*/ 122 h 761"/>
              <a:gd name="T2" fmla="*/ 161 w 280"/>
              <a:gd name="T3" fmla="*/ 134 h 761"/>
              <a:gd name="T4" fmla="*/ 125 w 280"/>
              <a:gd name="T5" fmla="*/ 184 h 761"/>
              <a:gd name="T6" fmla="*/ 112 w 280"/>
              <a:gd name="T7" fmla="*/ 83 h 761"/>
              <a:gd name="T8" fmla="*/ 0 w 280"/>
              <a:gd name="T9" fmla="*/ 113 h 761"/>
              <a:gd name="T10" fmla="*/ 14 w 280"/>
              <a:gd name="T11" fmla="*/ 237 h 761"/>
              <a:gd name="T12" fmla="*/ 91 w 280"/>
              <a:gd name="T13" fmla="*/ 264 h 761"/>
              <a:gd name="T14" fmla="*/ 100 w 280"/>
              <a:gd name="T15" fmla="*/ 275 h 761"/>
              <a:gd name="T16" fmla="*/ 113 w 280"/>
              <a:gd name="T17" fmla="*/ 280 h 761"/>
              <a:gd name="T18" fmla="*/ 88 w 280"/>
              <a:gd name="T19" fmla="*/ 384 h 761"/>
              <a:gd name="T20" fmla="*/ 104 w 280"/>
              <a:gd name="T21" fmla="*/ 386 h 761"/>
              <a:gd name="T22" fmla="*/ 126 w 280"/>
              <a:gd name="T23" fmla="*/ 550 h 761"/>
              <a:gd name="T24" fmla="*/ 129 w 280"/>
              <a:gd name="T25" fmla="*/ 593 h 761"/>
              <a:gd name="T26" fmla="*/ 130 w 280"/>
              <a:gd name="T27" fmla="*/ 675 h 761"/>
              <a:gd name="T28" fmla="*/ 128 w 280"/>
              <a:gd name="T29" fmla="*/ 724 h 761"/>
              <a:gd name="T30" fmla="*/ 108 w 280"/>
              <a:gd name="T31" fmla="*/ 737 h 761"/>
              <a:gd name="T32" fmla="*/ 90 w 280"/>
              <a:gd name="T33" fmla="*/ 752 h 761"/>
              <a:gd name="T34" fmla="*/ 137 w 280"/>
              <a:gd name="T35" fmla="*/ 753 h 761"/>
              <a:gd name="T36" fmla="*/ 183 w 280"/>
              <a:gd name="T37" fmla="*/ 757 h 761"/>
              <a:gd name="T38" fmla="*/ 213 w 280"/>
              <a:gd name="T39" fmla="*/ 756 h 761"/>
              <a:gd name="T40" fmla="*/ 232 w 280"/>
              <a:gd name="T41" fmla="*/ 736 h 761"/>
              <a:gd name="T42" fmla="*/ 218 w 280"/>
              <a:gd name="T43" fmla="*/ 556 h 761"/>
              <a:gd name="T44" fmla="*/ 211 w 280"/>
              <a:gd name="T45" fmla="*/ 526 h 761"/>
              <a:gd name="T46" fmla="*/ 215 w 280"/>
              <a:gd name="T47" fmla="*/ 474 h 761"/>
              <a:gd name="T48" fmla="*/ 234 w 280"/>
              <a:gd name="T49" fmla="*/ 400 h 761"/>
              <a:gd name="T50" fmla="*/ 242 w 280"/>
              <a:gd name="T51" fmla="*/ 400 h 761"/>
              <a:gd name="T52" fmla="*/ 236 w 280"/>
              <a:gd name="T53" fmla="*/ 335 h 761"/>
              <a:gd name="T54" fmla="*/ 231 w 280"/>
              <a:gd name="T55" fmla="*/ 296 h 761"/>
              <a:gd name="T56" fmla="*/ 236 w 280"/>
              <a:gd name="T57" fmla="*/ 252 h 761"/>
              <a:gd name="T58" fmla="*/ 264 w 280"/>
              <a:gd name="T59" fmla="*/ 145 h 761"/>
              <a:gd name="T60" fmla="*/ 242 w 280"/>
              <a:gd name="T61" fmla="*/ 129 h 761"/>
              <a:gd name="T62" fmla="*/ 232 w 280"/>
              <a:gd name="T63" fmla="*/ 111 h 761"/>
              <a:gd name="T64" fmla="*/ 226 w 280"/>
              <a:gd name="T65" fmla="*/ 109 h 761"/>
              <a:gd name="T66" fmla="*/ 224 w 280"/>
              <a:gd name="T67" fmla="*/ 102 h 761"/>
              <a:gd name="T68" fmla="*/ 233 w 280"/>
              <a:gd name="T69" fmla="*/ 88 h 761"/>
              <a:gd name="T70" fmla="*/ 228 w 280"/>
              <a:gd name="T71" fmla="*/ 73 h 761"/>
              <a:gd name="T72" fmla="*/ 237 w 280"/>
              <a:gd name="T73" fmla="*/ 65 h 761"/>
              <a:gd name="T74" fmla="*/ 230 w 280"/>
              <a:gd name="T75" fmla="*/ 59 h 761"/>
              <a:gd name="T76" fmla="*/ 169 w 280"/>
              <a:gd name="T77" fmla="*/ 6 h 761"/>
              <a:gd name="T78" fmla="*/ 117 w 280"/>
              <a:gd name="T79" fmla="*/ 54 h 761"/>
              <a:gd name="T80" fmla="*/ 127 w 280"/>
              <a:gd name="T81" fmla="*/ 89 h 761"/>
              <a:gd name="T82" fmla="*/ 139 w 280"/>
              <a:gd name="T83" fmla="*/ 124 h 761"/>
              <a:gd name="T84" fmla="*/ 167 w 280"/>
              <a:gd name="T85" fmla="*/ 709 h 761"/>
              <a:gd name="T86" fmla="*/ 176 w 280"/>
              <a:gd name="T87" fmla="*/ 662 h 761"/>
              <a:gd name="T88" fmla="*/ 173 w 280"/>
              <a:gd name="T89" fmla="*/ 590 h 761"/>
              <a:gd name="T90" fmla="*/ 187 w 280"/>
              <a:gd name="T91" fmla="*/ 629 h 761"/>
              <a:gd name="T92" fmla="*/ 192 w 280"/>
              <a:gd name="T93" fmla="*/ 690 h 761"/>
              <a:gd name="T94" fmla="*/ 180 w 280"/>
              <a:gd name="T95" fmla="*/ 722 h 761"/>
              <a:gd name="T96" fmla="*/ 168 w 280"/>
              <a:gd name="T97" fmla="*/ 734 h 761"/>
              <a:gd name="T98" fmla="*/ 167 w 280"/>
              <a:gd name="T99" fmla="*/ 709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80" h="761">
                <a:moveTo>
                  <a:pt x="146" y="122"/>
                </a:moveTo>
                <a:cubicBezTo>
                  <a:pt x="146" y="122"/>
                  <a:pt x="156" y="132"/>
                  <a:pt x="161" y="134"/>
                </a:cubicBezTo>
                <a:cubicBezTo>
                  <a:pt x="161" y="134"/>
                  <a:pt x="128" y="172"/>
                  <a:pt x="125" y="184"/>
                </a:cubicBezTo>
                <a:cubicBezTo>
                  <a:pt x="112" y="83"/>
                  <a:pt x="112" y="83"/>
                  <a:pt x="112" y="83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237"/>
                  <a:pt x="14" y="237"/>
                  <a:pt x="14" y="237"/>
                </a:cubicBezTo>
                <a:cubicBezTo>
                  <a:pt x="91" y="264"/>
                  <a:pt x="91" y="264"/>
                  <a:pt x="91" y="264"/>
                </a:cubicBezTo>
                <a:cubicBezTo>
                  <a:pt x="91" y="264"/>
                  <a:pt x="91" y="271"/>
                  <a:pt x="100" y="275"/>
                </a:cubicBezTo>
                <a:cubicBezTo>
                  <a:pt x="113" y="280"/>
                  <a:pt x="113" y="280"/>
                  <a:pt x="113" y="280"/>
                </a:cubicBezTo>
                <a:cubicBezTo>
                  <a:pt x="113" y="280"/>
                  <a:pt x="86" y="366"/>
                  <a:pt x="88" y="384"/>
                </a:cubicBezTo>
                <a:cubicBezTo>
                  <a:pt x="104" y="386"/>
                  <a:pt x="104" y="386"/>
                  <a:pt x="104" y="386"/>
                </a:cubicBezTo>
                <a:cubicBezTo>
                  <a:pt x="104" y="386"/>
                  <a:pt x="97" y="462"/>
                  <a:pt x="126" y="550"/>
                </a:cubicBezTo>
                <a:cubicBezTo>
                  <a:pt x="126" y="550"/>
                  <a:pt x="128" y="583"/>
                  <a:pt x="129" y="593"/>
                </a:cubicBezTo>
                <a:cubicBezTo>
                  <a:pt x="129" y="604"/>
                  <a:pt x="131" y="662"/>
                  <a:pt x="130" y="675"/>
                </a:cubicBezTo>
                <a:cubicBezTo>
                  <a:pt x="129" y="687"/>
                  <a:pt x="132" y="719"/>
                  <a:pt x="128" y="724"/>
                </a:cubicBezTo>
                <a:cubicBezTo>
                  <a:pt x="123" y="728"/>
                  <a:pt x="114" y="735"/>
                  <a:pt x="108" y="737"/>
                </a:cubicBezTo>
                <a:cubicBezTo>
                  <a:pt x="102" y="739"/>
                  <a:pt x="86" y="747"/>
                  <a:pt x="90" y="752"/>
                </a:cubicBezTo>
                <a:cubicBezTo>
                  <a:pt x="90" y="752"/>
                  <a:pt x="93" y="759"/>
                  <a:pt x="137" y="753"/>
                </a:cubicBezTo>
                <a:cubicBezTo>
                  <a:pt x="137" y="753"/>
                  <a:pt x="137" y="761"/>
                  <a:pt x="183" y="757"/>
                </a:cubicBezTo>
                <a:cubicBezTo>
                  <a:pt x="183" y="757"/>
                  <a:pt x="207" y="756"/>
                  <a:pt x="213" y="756"/>
                </a:cubicBezTo>
                <a:cubicBezTo>
                  <a:pt x="219" y="756"/>
                  <a:pt x="243" y="751"/>
                  <a:pt x="232" y="736"/>
                </a:cubicBezTo>
                <a:cubicBezTo>
                  <a:pt x="232" y="736"/>
                  <a:pt x="243" y="588"/>
                  <a:pt x="218" y="556"/>
                </a:cubicBezTo>
                <a:cubicBezTo>
                  <a:pt x="218" y="556"/>
                  <a:pt x="211" y="535"/>
                  <a:pt x="211" y="526"/>
                </a:cubicBezTo>
                <a:cubicBezTo>
                  <a:pt x="211" y="517"/>
                  <a:pt x="212" y="487"/>
                  <a:pt x="215" y="474"/>
                </a:cubicBezTo>
                <a:cubicBezTo>
                  <a:pt x="217" y="461"/>
                  <a:pt x="236" y="407"/>
                  <a:pt x="234" y="400"/>
                </a:cubicBezTo>
                <a:cubicBezTo>
                  <a:pt x="242" y="400"/>
                  <a:pt x="242" y="400"/>
                  <a:pt x="242" y="400"/>
                </a:cubicBezTo>
                <a:cubicBezTo>
                  <a:pt x="242" y="400"/>
                  <a:pt x="247" y="352"/>
                  <a:pt x="236" y="335"/>
                </a:cubicBezTo>
                <a:cubicBezTo>
                  <a:pt x="225" y="318"/>
                  <a:pt x="231" y="308"/>
                  <a:pt x="231" y="296"/>
                </a:cubicBezTo>
                <a:cubicBezTo>
                  <a:pt x="231" y="283"/>
                  <a:pt x="236" y="252"/>
                  <a:pt x="236" y="252"/>
                </a:cubicBezTo>
                <a:cubicBezTo>
                  <a:pt x="236" y="252"/>
                  <a:pt x="280" y="172"/>
                  <a:pt x="264" y="145"/>
                </a:cubicBezTo>
                <a:cubicBezTo>
                  <a:pt x="264" y="145"/>
                  <a:pt x="261" y="134"/>
                  <a:pt x="242" y="129"/>
                </a:cubicBezTo>
                <a:cubicBezTo>
                  <a:pt x="242" y="129"/>
                  <a:pt x="232" y="115"/>
                  <a:pt x="232" y="111"/>
                </a:cubicBezTo>
                <a:cubicBezTo>
                  <a:pt x="231" y="106"/>
                  <a:pt x="226" y="109"/>
                  <a:pt x="226" y="109"/>
                </a:cubicBezTo>
                <a:cubicBezTo>
                  <a:pt x="224" y="102"/>
                  <a:pt x="224" y="102"/>
                  <a:pt x="224" y="102"/>
                </a:cubicBezTo>
                <a:cubicBezTo>
                  <a:pt x="224" y="102"/>
                  <a:pt x="233" y="105"/>
                  <a:pt x="233" y="88"/>
                </a:cubicBezTo>
                <a:cubicBezTo>
                  <a:pt x="233" y="71"/>
                  <a:pt x="232" y="78"/>
                  <a:pt x="228" y="73"/>
                </a:cubicBezTo>
                <a:cubicBezTo>
                  <a:pt x="224" y="67"/>
                  <a:pt x="233" y="70"/>
                  <a:pt x="237" y="65"/>
                </a:cubicBezTo>
                <a:cubicBezTo>
                  <a:pt x="240" y="61"/>
                  <a:pt x="233" y="65"/>
                  <a:pt x="230" y="59"/>
                </a:cubicBezTo>
                <a:cubicBezTo>
                  <a:pt x="226" y="54"/>
                  <a:pt x="201" y="0"/>
                  <a:pt x="169" y="6"/>
                </a:cubicBezTo>
                <a:cubicBezTo>
                  <a:pt x="136" y="12"/>
                  <a:pt x="119" y="43"/>
                  <a:pt x="117" y="54"/>
                </a:cubicBezTo>
                <a:cubicBezTo>
                  <a:pt x="115" y="65"/>
                  <a:pt x="126" y="85"/>
                  <a:pt x="127" y="89"/>
                </a:cubicBezTo>
                <a:cubicBezTo>
                  <a:pt x="128" y="92"/>
                  <a:pt x="145" y="113"/>
                  <a:pt x="139" y="124"/>
                </a:cubicBezTo>
                <a:moveTo>
                  <a:pt x="167" y="709"/>
                </a:moveTo>
                <a:cubicBezTo>
                  <a:pt x="169" y="697"/>
                  <a:pt x="175" y="671"/>
                  <a:pt x="176" y="662"/>
                </a:cubicBezTo>
                <a:cubicBezTo>
                  <a:pt x="177" y="654"/>
                  <a:pt x="176" y="596"/>
                  <a:pt x="173" y="590"/>
                </a:cubicBezTo>
                <a:cubicBezTo>
                  <a:pt x="173" y="590"/>
                  <a:pt x="186" y="617"/>
                  <a:pt x="187" y="629"/>
                </a:cubicBezTo>
                <a:cubicBezTo>
                  <a:pt x="188" y="640"/>
                  <a:pt x="197" y="680"/>
                  <a:pt x="192" y="690"/>
                </a:cubicBezTo>
                <a:cubicBezTo>
                  <a:pt x="188" y="700"/>
                  <a:pt x="184" y="717"/>
                  <a:pt x="180" y="722"/>
                </a:cubicBezTo>
                <a:cubicBezTo>
                  <a:pt x="177" y="727"/>
                  <a:pt x="168" y="734"/>
                  <a:pt x="168" y="734"/>
                </a:cubicBezTo>
                <a:cubicBezTo>
                  <a:pt x="168" y="734"/>
                  <a:pt x="164" y="720"/>
                  <a:pt x="167" y="709"/>
                </a:cubicBezTo>
                <a:close/>
              </a:path>
            </a:pathLst>
          </a:custGeom>
          <a:solidFill>
            <a:srgbClr val="B8E6DC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Freeform 12"/>
          <p:cNvSpPr>
            <a:spLocks noEditPoints="1"/>
          </p:cNvSpPr>
          <p:nvPr/>
        </p:nvSpPr>
        <p:spPr bwMode="auto">
          <a:xfrm>
            <a:off x="3754438" y="1696085"/>
            <a:ext cx="1263650" cy="3986213"/>
          </a:xfrm>
          <a:custGeom>
            <a:avLst/>
            <a:gdLst>
              <a:gd name="T0" fmla="*/ 193 w 253"/>
              <a:gd name="T1" fmla="*/ 151 h 798"/>
              <a:gd name="T2" fmla="*/ 182 w 253"/>
              <a:gd name="T3" fmla="*/ 103 h 798"/>
              <a:gd name="T4" fmla="*/ 165 w 253"/>
              <a:gd name="T5" fmla="*/ 92 h 798"/>
              <a:gd name="T6" fmla="*/ 162 w 253"/>
              <a:gd name="T7" fmla="*/ 50 h 798"/>
              <a:gd name="T8" fmla="*/ 95 w 253"/>
              <a:gd name="T9" fmla="*/ 103 h 798"/>
              <a:gd name="T10" fmla="*/ 80 w 253"/>
              <a:gd name="T11" fmla="*/ 141 h 798"/>
              <a:gd name="T12" fmla="*/ 27 w 253"/>
              <a:gd name="T13" fmla="*/ 149 h 798"/>
              <a:gd name="T14" fmla="*/ 3 w 253"/>
              <a:gd name="T15" fmla="*/ 255 h 798"/>
              <a:gd name="T16" fmla="*/ 20 w 253"/>
              <a:gd name="T17" fmla="*/ 388 h 798"/>
              <a:gd name="T18" fmla="*/ 29 w 253"/>
              <a:gd name="T19" fmla="*/ 390 h 798"/>
              <a:gd name="T20" fmla="*/ 48 w 253"/>
              <a:gd name="T21" fmla="*/ 409 h 798"/>
              <a:gd name="T22" fmla="*/ 47 w 253"/>
              <a:gd name="T23" fmla="*/ 488 h 798"/>
              <a:gd name="T24" fmla="*/ 28 w 253"/>
              <a:gd name="T25" fmla="*/ 615 h 798"/>
              <a:gd name="T26" fmla="*/ 16 w 253"/>
              <a:gd name="T27" fmla="*/ 733 h 798"/>
              <a:gd name="T28" fmla="*/ 24 w 253"/>
              <a:gd name="T29" fmla="*/ 798 h 798"/>
              <a:gd name="T30" fmla="*/ 65 w 253"/>
              <a:gd name="T31" fmla="*/ 772 h 798"/>
              <a:gd name="T32" fmla="*/ 70 w 253"/>
              <a:gd name="T33" fmla="*/ 712 h 798"/>
              <a:gd name="T34" fmla="*/ 85 w 253"/>
              <a:gd name="T35" fmla="*/ 613 h 798"/>
              <a:gd name="T36" fmla="*/ 122 w 253"/>
              <a:gd name="T37" fmla="*/ 478 h 798"/>
              <a:gd name="T38" fmla="*/ 130 w 253"/>
              <a:gd name="T39" fmla="*/ 489 h 798"/>
              <a:gd name="T40" fmla="*/ 138 w 253"/>
              <a:gd name="T41" fmla="*/ 607 h 798"/>
              <a:gd name="T42" fmla="*/ 128 w 253"/>
              <a:gd name="T43" fmla="*/ 679 h 798"/>
              <a:gd name="T44" fmla="*/ 114 w 253"/>
              <a:gd name="T45" fmla="*/ 722 h 798"/>
              <a:gd name="T46" fmla="*/ 121 w 253"/>
              <a:gd name="T47" fmla="*/ 795 h 798"/>
              <a:gd name="T48" fmla="*/ 210 w 253"/>
              <a:gd name="T49" fmla="*/ 784 h 798"/>
              <a:gd name="T50" fmla="*/ 173 w 253"/>
              <a:gd name="T51" fmla="*/ 768 h 798"/>
              <a:gd name="T52" fmla="*/ 184 w 253"/>
              <a:gd name="T53" fmla="*/ 617 h 798"/>
              <a:gd name="T54" fmla="*/ 189 w 253"/>
              <a:gd name="T55" fmla="*/ 502 h 798"/>
              <a:gd name="T56" fmla="*/ 210 w 253"/>
              <a:gd name="T57" fmla="*/ 428 h 798"/>
              <a:gd name="T58" fmla="*/ 187 w 253"/>
              <a:gd name="T59" fmla="*/ 297 h 798"/>
              <a:gd name="T60" fmla="*/ 241 w 253"/>
              <a:gd name="T61" fmla="*/ 239 h 798"/>
              <a:gd name="T62" fmla="*/ 46 w 253"/>
              <a:gd name="T63" fmla="*/ 328 h 798"/>
              <a:gd name="T64" fmla="*/ 39 w 253"/>
              <a:gd name="T65" fmla="*/ 294 h 798"/>
              <a:gd name="T66" fmla="*/ 49 w 253"/>
              <a:gd name="T67" fmla="*/ 252 h 798"/>
              <a:gd name="T68" fmla="*/ 128 w 253"/>
              <a:gd name="T69" fmla="*/ 389 h 798"/>
              <a:gd name="T70" fmla="*/ 115 w 253"/>
              <a:gd name="T71" fmla="*/ 156 h 798"/>
              <a:gd name="T72" fmla="*/ 133 w 253"/>
              <a:gd name="T73" fmla="*/ 155 h 798"/>
              <a:gd name="T74" fmla="*/ 142 w 253"/>
              <a:gd name="T75" fmla="*/ 376 h 798"/>
              <a:gd name="T76" fmla="*/ 173 w 253"/>
              <a:gd name="T77" fmla="*/ 156 h 798"/>
              <a:gd name="T78" fmla="*/ 144 w 253"/>
              <a:gd name="T79" fmla="*/ 135 h 798"/>
              <a:gd name="T80" fmla="*/ 168 w 253"/>
              <a:gd name="T81" fmla="*/ 1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798">
                <a:moveTo>
                  <a:pt x="233" y="205"/>
                </a:moveTo>
                <a:cubicBezTo>
                  <a:pt x="233" y="205"/>
                  <a:pt x="205" y="148"/>
                  <a:pt x="193" y="151"/>
                </a:cubicBezTo>
                <a:cubicBezTo>
                  <a:pt x="193" y="151"/>
                  <a:pt x="186" y="135"/>
                  <a:pt x="187" y="131"/>
                </a:cubicBezTo>
                <a:cubicBezTo>
                  <a:pt x="188" y="127"/>
                  <a:pt x="197" y="107"/>
                  <a:pt x="182" y="103"/>
                </a:cubicBezTo>
                <a:cubicBezTo>
                  <a:pt x="164" y="98"/>
                  <a:pt x="164" y="98"/>
                  <a:pt x="164" y="98"/>
                </a:cubicBezTo>
                <a:cubicBezTo>
                  <a:pt x="164" y="98"/>
                  <a:pt x="165" y="96"/>
                  <a:pt x="165" y="92"/>
                </a:cubicBezTo>
                <a:cubicBezTo>
                  <a:pt x="171" y="92"/>
                  <a:pt x="168" y="84"/>
                  <a:pt x="166" y="79"/>
                </a:cubicBezTo>
                <a:cubicBezTo>
                  <a:pt x="166" y="70"/>
                  <a:pt x="165" y="60"/>
                  <a:pt x="162" y="50"/>
                </a:cubicBezTo>
                <a:cubicBezTo>
                  <a:pt x="162" y="50"/>
                  <a:pt x="138" y="0"/>
                  <a:pt x="91" y="45"/>
                </a:cubicBezTo>
                <a:cubicBezTo>
                  <a:pt x="91" y="45"/>
                  <a:pt x="76" y="71"/>
                  <a:pt x="95" y="103"/>
                </a:cubicBezTo>
                <a:cubicBezTo>
                  <a:pt x="95" y="103"/>
                  <a:pt x="102" y="122"/>
                  <a:pt x="98" y="126"/>
                </a:cubicBezTo>
                <a:cubicBezTo>
                  <a:pt x="93" y="129"/>
                  <a:pt x="87" y="137"/>
                  <a:pt x="80" y="141"/>
                </a:cubicBezTo>
                <a:cubicBezTo>
                  <a:pt x="72" y="144"/>
                  <a:pt x="50" y="149"/>
                  <a:pt x="42" y="148"/>
                </a:cubicBezTo>
                <a:cubicBezTo>
                  <a:pt x="35" y="147"/>
                  <a:pt x="27" y="149"/>
                  <a:pt x="27" y="149"/>
                </a:cubicBezTo>
                <a:cubicBezTo>
                  <a:pt x="27" y="149"/>
                  <a:pt x="12" y="189"/>
                  <a:pt x="8" y="211"/>
                </a:cubicBezTo>
                <a:cubicBezTo>
                  <a:pt x="3" y="233"/>
                  <a:pt x="3" y="243"/>
                  <a:pt x="3" y="255"/>
                </a:cubicBezTo>
                <a:cubicBezTo>
                  <a:pt x="2" y="267"/>
                  <a:pt x="0" y="298"/>
                  <a:pt x="1" y="306"/>
                </a:cubicBezTo>
                <a:cubicBezTo>
                  <a:pt x="2" y="315"/>
                  <a:pt x="13" y="380"/>
                  <a:pt x="20" y="388"/>
                </a:cubicBezTo>
                <a:cubicBezTo>
                  <a:pt x="27" y="385"/>
                  <a:pt x="27" y="385"/>
                  <a:pt x="27" y="385"/>
                </a:cubicBezTo>
                <a:cubicBezTo>
                  <a:pt x="29" y="390"/>
                  <a:pt x="29" y="390"/>
                  <a:pt x="29" y="390"/>
                </a:cubicBezTo>
                <a:cubicBezTo>
                  <a:pt x="35" y="387"/>
                  <a:pt x="35" y="387"/>
                  <a:pt x="35" y="387"/>
                </a:cubicBezTo>
                <a:cubicBezTo>
                  <a:pt x="35" y="387"/>
                  <a:pt x="42" y="404"/>
                  <a:pt x="48" y="409"/>
                </a:cubicBezTo>
                <a:cubicBezTo>
                  <a:pt x="51" y="453"/>
                  <a:pt x="51" y="453"/>
                  <a:pt x="51" y="453"/>
                </a:cubicBezTo>
                <a:cubicBezTo>
                  <a:pt x="51" y="453"/>
                  <a:pt x="53" y="469"/>
                  <a:pt x="47" y="488"/>
                </a:cubicBezTo>
                <a:cubicBezTo>
                  <a:pt x="41" y="506"/>
                  <a:pt x="47" y="529"/>
                  <a:pt x="46" y="545"/>
                </a:cubicBezTo>
                <a:cubicBezTo>
                  <a:pt x="45" y="561"/>
                  <a:pt x="31" y="606"/>
                  <a:pt x="28" y="615"/>
                </a:cubicBezTo>
                <a:cubicBezTo>
                  <a:pt x="24" y="625"/>
                  <a:pt x="17" y="678"/>
                  <a:pt x="18" y="693"/>
                </a:cubicBezTo>
                <a:cubicBezTo>
                  <a:pt x="19" y="709"/>
                  <a:pt x="15" y="725"/>
                  <a:pt x="16" y="733"/>
                </a:cubicBezTo>
                <a:cubicBezTo>
                  <a:pt x="17" y="742"/>
                  <a:pt x="24" y="753"/>
                  <a:pt x="25" y="760"/>
                </a:cubicBezTo>
                <a:cubicBezTo>
                  <a:pt x="26" y="767"/>
                  <a:pt x="9" y="798"/>
                  <a:pt x="24" y="798"/>
                </a:cubicBezTo>
                <a:cubicBezTo>
                  <a:pt x="39" y="798"/>
                  <a:pt x="64" y="797"/>
                  <a:pt x="64" y="797"/>
                </a:cubicBezTo>
                <a:cubicBezTo>
                  <a:pt x="64" y="797"/>
                  <a:pt x="68" y="777"/>
                  <a:pt x="65" y="772"/>
                </a:cubicBezTo>
                <a:cubicBezTo>
                  <a:pt x="65" y="772"/>
                  <a:pt x="89" y="745"/>
                  <a:pt x="73" y="732"/>
                </a:cubicBezTo>
                <a:cubicBezTo>
                  <a:pt x="58" y="720"/>
                  <a:pt x="67" y="723"/>
                  <a:pt x="70" y="712"/>
                </a:cubicBezTo>
                <a:cubicBezTo>
                  <a:pt x="73" y="700"/>
                  <a:pt x="82" y="679"/>
                  <a:pt x="82" y="668"/>
                </a:cubicBezTo>
                <a:cubicBezTo>
                  <a:pt x="82" y="658"/>
                  <a:pt x="83" y="626"/>
                  <a:pt x="85" y="613"/>
                </a:cubicBezTo>
                <a:cubicBezTo>
                  <a:pt x="86" y="600"/>
                  <a:pt x="95" y="565"/>
                  <a:pt x="104" y="540"/>
                </a:cubicBezTo>
                <a:cubicBezTo>
                  <a:pt x="112" y="515"/>
                  <a:pt x="122" y="486"/>
                  <a:pt x="122" y="478"/>
                </a:cubicBezTo>
                <a:cubicBezTo>
                  <a:pt x="122" y="470"/>
                  <a:pt x="125" y="463"/>
                  <a:pt x="125" y="463"/>
                </a:cubicBezTo>
                <a:cubicBezTo>
                  <a:pt x="125" y="463"/>
                  <a:pt x="130" y="484"/>
                  <a:pt x="130" y="489"/>
                </a:cubicBezTo>
                <a:cubicBezTo>
                  <a:pt x="130" y="493"/>
                  <a:pt x="136" y="529"/>
                  <a:pt x="133" y="541"/>
                </a:cubicBezTo>
                <a:cubicBezTo>
                  <a:pt x="131" y="552"/>
                  <a:pt x="139" y="600"/>
                  <a:pt x="138" y="607"/>
                </a:cubicBezTo>
                <a:cubicBezTo>
                  <a:pt x="136" y="614"/>
                  <a:pt x="132" y="615"/>
                  <a:pt x="131" y="625"/>
                </a:cubicBezTo>
                <a:cubicBezTo>
                  <a:pt x="129" y="634"/>
                  <a:pt x="129" y="668"/>
                  <a:pt x="128" y="679"/>
                </a:cubicBezTo>
                <a:cubicBezTo>
                  <a:pt x="127" y="691"/>
                  <a:pt x="120" y="692"/>
                  <a:pt x="120" y="702"/>
                </a:cubicBezTo>
                <a:cubicBezTo>
                  <a:pt x="120" y="712"/>
                  <a:pt x="118" y="713"/>
                  <a:pt x="114" y="722"/>
                </a:cubicBezTo>
                <a:cubicBezTo>
                  <a:pt x="111" y="731"/>
                  <a:pt x="117" y="765"/>
                  <a:pt x="114" y="769"/>
                </a:cubicBezTo>
                <a:cubicBezTo>
                  <a:pt x="112" y="773"/>
                  <a:pt x="110" y="796"/>
                  <a:pt x="121" y="795"/>
                </a:cubicBezTo>
                <a:cubicBezTo>
                  <a:pt x="132" y="794"/>
                  <a:pt x="157" y="792"/>
                  <a:pt x="162" y="795"/>
                </a:cubicBezTo>
                <a:cubicBezTo>
                  <a:pt x="167" y="798"/>
                  <a:pt x="219" y="795"/>
                  <a:pt x="210" y="784"/>
                </a:cubicBezTo>
                <a:cubicBezTo>
                  <a:pt x="202" y="772"/>
                  <a:pt x="199" y="776"/>
                  <a:pt x="191" y="776"/>
                </a:cubicBezTo>
                <a:cubicBezTo>
                  <a:pt x="183" y="776"/>
                  <a:pt x="176" y="774"/>
                  <a:pt x="173" y="768"/>
                </a:cubicBezTo>
                <a:cubicBezTo>
                  <a:pt x="170" y="762"/>
                  <a:pt x="172" y="758"/>
                  <a:pt x="172" y="751"/>
                </a:cubicBezTo>
                <a:cubicBezTo>
                  <a:pt x="172" y="743"/>
                  <a:pt x="189" y="652"/>
                  <a:pt x="184" y="617"/>
                </a:cubicBezTo>
                <a:cubicBezTo>
                  <a:pt x="179" y="582"/>
                  <a:pt x="179" y="602"/>
                  <a:pt x="182" y="581"/>
                </a:cubicBezTo>
                <a:cubicBezTo>
                  <a:pt x="186" y="561"/>
                  <a:pt x="188" y="525"/>
                  <a:pt x="189" y="502"/>
                </a:cubicBezTo>
                <a:cubicBezTo>
                  <a:pt x="191" y="480"/>
                  <a:pt x="201" y="434"/>
                  <a:pt x="197" y="428"/>
                </a:cubicBezTo>
                <a:cubicBezTo>
                  <a:pt x="210" y="428"/>
                  <a:pt x="210" y="428"/>
                  <a:pt x="210" y="428"/>
                </a:cubicBezTo>
                <a:cubicBezTo>
                  <a:pt x="210" y="428"/>
                  <a:pt x="207" y="364"/>
                  <a:pt x="198" y="343"/>
                </a:cubicBezTo>
                <a:cubicBezTo>
                  <a:pt x="189" y="322"/>
                  <a:pt x="189" y="306"/>
                  <a:pt x="187" y="297"/>
                </a:cubicBezTo>
                <a:cubicBezTo>
                  <a:pt x="184" y="287"/>
                  <a:pt x="186" y="241"/>
                  <a:pt x="186" y="241"/>
                </a:cubicBezTo>
                <a:cubicBezTo>
                  <a:pt x="186" y="241"/>
                  <a:pt x="230" y="261"/>
                  <a:pt x="241" y="239"/>
                </a:cubicBezTo>
                <a:cubicBezTo>
                  <a:pt x="241" y="239"/>
                  <a:pt x="253" y="229"/>
                  <a:pt x="233" y="205"/>
                </a:cubicBezTo>
                <a:close/>
                <a:moveTo>
                  <a:pt x="46" y="328"/>
                </a:moveTo>
                <a:cubicBezTo>
                  <a:pt x="46" y="328"/>
                  <a:pt x="42" y="322"/>
                  <a:pt x="41" y="316"/>
                </a:cubicBezTo>
                <a:cubicBezTo>
                  <a:pt x="41" y="310"/>
                  <a:pt x="39" y="294"/>
                  <a:pt x="39" y="294"/>
                </a:cubicBezTo>
                <a:cubicBezTo>
                  <a:pt x="39" y="294"/>
                  <a:pt x="38" y="290"/>
                  <a:pt x="40" y="286"/>
                </a:cubicBezTo>
                <a:cubicBezTo>
                  <a:pt x="41" y="283"/>
                  <a:pt x="49" y="252"/>
                  <a:pt x="49" y="252"/>
                </a:cubicBezTo>
                <a:cubicBezTo>
                  <a:pt x="49" y="252"/>
                  <a:pt x="63" y="294"/>
                  <a:pt x="46" y="328"/>
                </a:cubicBezTo>
                <a:close/>
                <a:moveTo>
                  <a:pt x="128" y="389"/>
                </a:moveTo>
                <a:cubicBezTo>
                  <a:pt x="115" y="378"/>
                  <a:pt x="115" y="378"/>
                  <a:pt x="115" y="378"/>
                </a:cubicBezTo>
                <a:cubicBezTo>
                  <a:pt x="127" y="236"/>
                  <a:pt x="115" y="156"/>
                  <a:pt x="115" y="156"/>
                </a:cubicBezTo>
                <a:cubicBezTo>
                  <a:pt x="123" y="147"/>
                  <a:pt x="123" y="147"/>
                  <a:pt x="123" y="147"/>
                </a:cubicBezTo>
                <a:cubicBezTo>
                  <a:pt x="133" y="155"/>
                  <a:pt x="133" y="155"/>
                  <a:pt x="133" y="155"/>
                </a:cubicBezTo>
                <a:cubicBezTo>
                  <a:pt x="129" y="163"/>
                  <a:pt x="129" y="163"/>
                  <a:pt x="129" y="163"/>
                </a:cubicBezTo>
                <a:cubicBezTo>
                  <a:pt x="142" y="376"/>
                  <a:pt x="142" y="376"/>
                  <a:pt x="142" y="376"/>
                </a:cubicBezTo>
                <a:lnTo>
                  <a:pt x="128" y="389"/>
                </a:lnTo>
                <a:close/>
                <a:moveTo>
                  <a:pt x="173" y="156"/>
                </a:moveTo>
                <a:cubicBezTo>
                  <a:pt x="169" y="159"/>
                  <a:pt x="148" y="150"/>
                  <a:pt x="148" y="150"/>
                </a:cubicBezTo>
                <a:cubicBezTo>
                  <a:pt x="144" y="135"/>
                  <a:pt x="144" y="135"/>
                  <a:pt x="144" y="135"/>
                </a:cubicBezTo>
                <a:cubicBezTo>
                  <a:pt x="144" y="135"/>
                  <a:pt x="152" y="129"/>
                  <a:pt x="154" y="125"/>
                </a:cubicBezTo>
                <a:cubicBezTo>
                  <a:pt x="154" y="125"/>
                  <a:pt x="162" y="141"/>
                  <a:pt x="168" y="142"/>
                </a:cubicBezTo>
                <a:cubicBezTo>
                  <a:pt x="174" y="143"/>
                  <a:pt x="177" y="154"/>
                  <a:pt x="173" y="156"/>
                </a:cubicBezTo>
                <a:close/>
              </a:path>
            </a:pathLst>
          </a:custGeom>
          <a:solidFill>
            <a:srgbClr val="3EB198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Freeform 531"/>
          <p:cNvSpPr/>
          <p:nvPr/>
        </p:nvSpPr>
        <p:spPr bwMode="auto">
          <a:xfrm>
            <a:off x="5381625" y="2352040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Freeform 531"/>
          <p:cNvSpPr/>
          <p:nvPr/>
        </p:nvSpPr>
        <p:spPr bwMode="auto">
          <a:xfrm>
            <a:off x="5381625" y="3226435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6" name="Freeform 531"/>
          <p:cNvSpPr/>
          <p:nvPr/>
        </p:nvSpPr>
        <p:spPr bwMode="auto">
          <a:xfrm>
            <a:off x="5381625" y="4218623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Oval 118"/>
          <p:cNvSpPr/>
          <p:nvPr/>
        </p:nvSpPr>
        <p:spPr>
          <a:xfrm>
            <a:off x="10564813" y="5010150"/>
            <a:ext cx="644525" cy="64293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" name="Freeform 620"/>
          <p:cNvSpPr>
            <a:spLocks noEditPoints="1"/>
          </p:cNvSpPr>
          <p:nvPr/>
        </p:nvSpPr>
        <p:spPr bwMode="auto">
          <a:xfrm>
            <a:off x="10723563" y="5183188"/>
            <a:ext cx="327025" cy="285750"/>
          </a:xfrm>
          <a:custGeom>
            <a:avLst/>
            <a:gdLst>
              <a:gd name="T0" fmla="*/ 0 w 282"/>
              <a:gd name="T1" fmla="*/ 0 h 247"/>
              <a:gd name="T2" fmla="*/ 282 w 282"/>
              <a:gd name="T3" fmla="*/ 0 h 247"/>
              <a:gd name="T4" fmla="*/ 282 w 282"/>
              <a:gd name="T5" fmla="*/ 35 h 247"/>
              <a:gd name="T6" fmla="*/ 0 w 282"/>
              <a:gd name="T7" fmla="*/ 35 h 247"/>
              <a:gd name="T8" fmla="*/ 0 w 282"/>
              <a:gd name="T9" fmla="*/ 0 h 247"/>
              <a:gd name="T10" fmla="*/ 53 w 282"/>
              <a:gd name="T11" fmla="*/ 53 h 247"/>
              <a:gd name="T12" fmla="*/ 229 w 282"/>
              <a:gd name="T13" fmla="*/ 53 h 247"/>
              <a:gd name="T14" fmla="*/ 229 w 282"/>
              <a:gd name="T15" fmla="*/ 88 h 247"/>
              <a:gd name="T16" fmla="*/ 53 w 282"/>
              <a:gd name="T17" fmla="*/ 88 h 247"/>
              <a:gd name="T18" fmla="*/ 53 w 282"/>
              <a:gd name="T19" fmla="*/ 53 h 247"/>
              <a:gd name="T20" fmla="*/ 53 w 282"/>
              <a:gd name="T21" fmla="*/ 159 h 247"/>
              <a:gd name="T22" fmla="*/ 229 w 282"/>
              <a:gd name="T23" fmla="*/ 159 h 247"/>
              <a:gd name="T24" fmla="*/ 229 w 282"/>
              <a:gd name="T25" fmla="*/ 194 h 247"/>
              <a:gd name="T26" fmla="*/ 53 w 282"/>
              <a:gd name="T27" fmla="*/ 194 h 247"/>
              <a:gd name="T28" fmla="*/ 53 w 282"/>
              <a:gd name="T29" fmla="*/ 159 h 247"/>
              <a:gd name="T30" fmla="*/ 0 w 282"/>
              <a:gd name="T31" fmla="*/ 106 h 247"/>
              <a:gd name="T32" fmla="*/ 282 w 282"/>
              <a:gd name="T33" fmla="*/ 106 h 247"/>
              <a:gd name="T34" fmla="*/ 282 w 282"/>
              <a:gd name="T35" fmla="*/ 141 h 247"/>
              <a:gd name="T36" fmla="*/ 0 w 282"/>
              <a:gd name="T37" fmla="*/ 141 h 247"/>
              <a:gd name="T38" fmla="*/ 0 w 282"/>
              <a:gd name="T39" fmla="*/ 106 h 247"/>
              <a:gd name="T40" fmla="*/ 0 w 282"/>
              <a:gd name="T41" fmla="*/ 212 h 247"/>
              <a:gd name="T42" fmla="*/ 282 w 282"/>
              <a:gd name="T43" fmla="*/ 212 h 247"/>
              <a:gd name="T44" fmla="*/ 282 w 282"/>
              <a:gd name="T45" fmla="*/ 247 h 247"/>
              <a:gd name="T46" fmla="*/ 0 w 282"/>
              <a:gd name="T47" fmla="*/ 247 h 247"/>
              <a:gd name="T48" fmla="*/ 0 w 282"/>
              <a:gd name="T49" fmla="*/ 212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82" h="247">
                <a:moveTo>
                  <a:pt x="0" y="0"/>
                </a:moveTo>
                <a:lnTo>
                  <a:pt x="282" y="0"/>
                </a:lnTo>
                <a:lnTo>
                  <a:pt x="282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53" y="53"/>
                </a:moveTo>
                <a:lnTo>
                  <a:pt x="229" y="53"/>
                </a:lnTo>
                <a:lnTo>
                  <a:pt x="229" y="88"/>
                </a:lnTo>
                <a:lnTo>
                  <a:pt x="53" y="88"/>
                </a:lnTo>
                <a:lnTo>
                  <a:pt x="53" y="53"/>
                </a:lnTo>
                <a:close/>
                <a:moveTo>
                  <a:pt x="53" y="159"/>
                </a:moveTo>
                <a:lnTo>
                  <a:pt x="229" y="159"/>
                </a:lnTo>
                <a:lnTo>
                  <a:pt x="229" y="194"/>
                </a:lnTo>
                <a:lnTo>
                  <a:pt x="53" y="194"/>
                </a:lnTo>
                <a:lnTo>
                  <a:pt x="53" y="159"/>
                </a:lnTo>
                <a:close/>
                <a:moveTo>
                  <a:pt x="0" y="106"/>
                </a:moveTo>
                <a:lnTo>
                  <a:pt x="282" y="106"/>
                </a:lnTo>
                <a:lnTo>
                  <a:pt x="282" y="141"/>
                </a:lnTo>
                <a:lnTo>
                  <a:pt x="0" y="141"/>
                </a:lnTo>
                <a:lnTo>
                  <a:pt x="0" y="106"/>
                </a:lnTo>
                <a:close/>
                <a:moveTo>
                  <a:pt x="0" y="212"/>
                </a:moveTo>
                <a:lnTo>
                  <a:pt x="282" y="212"/>
                </a:lnTo>
                <a:lnTo>
                  <a:pt x="282" y="247"/>
                </a:lnTo>
                <a:lnTo>
                  <a:pt x="0" y="247"/>
                </a:lnTo>
                <a:lnTo>
                  <a:pt x="0" y="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688" name="TextBox 35"/>
          <p:cNvSpPr txBox="1"/>
          <p:nvPr/>
        </p:nvSpPr>
        <p:spPr>
          <a:xfrm>
            <a:off x="911225" y="6005513"/>
            <a:ext cx="10074275" cy="2571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1" name="Text Placeholder 2"/>
          <p:cNvSpPr txBox="1"/>
          <p:nvPr/>
        </p:nvSpPr>
        <p:spPr>
          <a:xfrm>
            <a:off x="5870575" y="2246948"/>
            <a:ext cx="4765675" cy="5899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 Zoom offers great video calling features, but users still face language barriers in meetings.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3" name="Text Placeholder 2"/>
          <p:cNvSpPr txBox="1"/>
          <p:nvPr/>
        </p:nvSpPr>
        <p:spPr>
          <a:xfrm>
            <a:off x="5870575" y="3146425"/>
            <a:ext cx="4765675" cy="8845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Users need third-party services for real-time translation or language support, which disrupts the flow of communication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4" name="Text Placeholder 2"/>
          <p:cNvSpPr txBox="1"/>
          <p:nvPr/>
        </p:nvSpPr>
        <p:spPr>
          <a:xfrm>
            <a:off x="5870575" y="4170998"/>
            <a:ext cx="4765675" cy="117983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Real-time translation within voice and video calls, ensuring that every participant can speak and listen in their preferred language without the need for extra tools.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296035" y="1065530"/>
            <a:ext cx="10445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Zoom:</a:t>
            </a:r>
            <a:r>
              <a:rPr lang="en-US" sz="28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</a:t>
            </a:r>
            <a:r>
              <a:rPr lang="en-US" sz="2000">
                <a:solidFill>
                  <a:schemeClr val="bg1"/>
                </a:solidFill>
              </a:rPr>
              <a:t>Ideal for video conferencing and collaboration across borders</a:t>
            </a:r>
            <a:endParaRPr 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3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2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676" name="文本框 8"/>
          <p:cNvSpPr txBox="1"/>
          <p:nvPr/>
        </p:nvSpPr>
        <p:spPr>
          <a:xfrm>
            <a:off x="1176338" y="454025"/>
            <a:ext cx="597662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Competitive Advantage – Google Translate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0" y="5755005"/>
            <a:ext cx="12192000" cy="1102995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>
              <a:ln>
                <a:noFill/>
              </a:ln>
              <a:solidFill>
                <a:srgbClr val="297F9D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Freeform 6"/>
          <p:cNvSpPr>
            <a:spLocks noEditPoints="1"/>
          </p:cNvSpPr>
          <p:nvPr/>
        </p:nvSpPr>
        <p:spPr bwMode="auto">
          <a:xfrm>
            <a:off x="2352675" y="1884998"/>
            <a:ext cx="1401763" cy="3797300"/>
          </a:xfrm>
          <a:custGeom>
            <a:avLst/>
            <a:gdLst>
              <a:gd name="T0" fmla="*/ 146 w 280"/>
              <a:gd name="T1" fmla="*/ 122 h 761"/>
              <a:gd name="T2" fmla="*/ 161 w 280"/>
              <a:gd name="T3" fmla="*/ 134 h 761"/>
              <a:gd name="T4" fmla="*/ 125 w 280"/>
              <a:gd name="T5" fmla="*/ 184 h 761"/>
              <a:gd name="T6" fmla="*/ 112 w 280"/>
              <a:gd name="T7" fmla="*/ 83 h 761"/>
              <a:gd name="T8" fmla="*/ 0 w 280"/>
              <a:gd name="T9" fmla="*/ 113 h 761"/>
              <a:gd name="T10" fmla="*/ 14 w 280"/>
              <a:gd name="T11" fmla="*/ 237 h 761"/>
              <a:gd name="T12" fmla="*/ 91 w 280"/>
              <a:gd name="T13" fmla="*/ 264 h 761"/>
              <a:gd name="T14" fmla="*/ 100 w 280"/>
              <a:gd name="T15" fmla="*/ 275 h 761"/>
              <a:gd name="T16" fmla="*/ 113 w 280"/>
              <a:gd name="T17" fmla="*/ 280 h 761"/>
              <a:gd name="T18" fmla="*/ 88 w 280"/>
              <a:gd name="T19" fmla="*/ 384 h 761"/>
              <a:gd name="T20" fmla="*/ 104 w 280"/>
              <a:gd name="T21" fmla="*/ 386 h 761"/>
              <a:gd name="T22" fmla="*/ 126 w 280"/>
              <a:gd name="T23" fmla="*/ 550 h 761"/>
              <a:gd name="T24" fmla="*/ 129 w 280"/>
              <a:gd name="T25" fmla="*/ 593 h 761"/>
              <a:gd name="T26" fmla="*/ 130 w 280"/>
              <a:gd name="T27" fmla="*/ 675 h 761"/>
              <a:gd name="T28" fmla="*/ 128 w 280"/>
              <a:gd name="T29" fmla="*/ 724 h 761"/>
              <a:gd name="T30" fmla="*/ 108 w 280"/>
              <a:gd name="T31" fmla="*/ 737 h 761"/>
              <a:gd name="T32" fmla="*/ 90 w 280"/>
              <a:gd name="T33" fmla="*/ 752 h 761"/>
              <a:gd name="T34" fmla="*/ 137 w 280"/>
              <a:gd name="T35" fmla="*/ 753 h 761"/>
              <a:gd name="T36" fmla="*/ 183 w 280"/>
              <a:gd name="T37" fmla="*/ 757 h 761"/>
              <a:gd name="T38" fmla="*/ 213 w 280"/>
              <a:gd name="T39" fmla="*/ 756 h 761"/>
              <a:gd name="T40" fmla="*/ 232 w 280"/>
              <a:gd name="T41" fmla="*/ 736 h 761"/>
              <a:gd name="T42" fmla="*/ 218 w 280"/>
              <a:gd name="T43" fmla="*/ 556 h 761"/>
              <a:gd name="T44" fmla="*/ 211 w 280"/>
              <a:gd name="T45" fmla="*/ 526 h 761"/>
              <a:gd name="T46" fmla="*/ 215 w 280"/>
              <a:gd name="T47" fmla="*/ 474 h 761"/>
              <a:gd name="T48" fmla="*/ 234 w 280"/>
              <a:gd name="T49" fmla="*/ 400 h 761"/>
              <a:gd name="T50" fmla="*/ 242 w 280"/>
              <a:gd name="T51" fmla="*/ 400 h 761"/>
              <a:gd name="T52" fmla="*/ 236 w 280"/>
              <a:gd name="T53" fmla="*/ 335 h 761"/>
              <a:gd name="T54" fmla="*/ 231 w 280"/>
              <a:gd name="T55" fmla="*/ 296 h 761"/>
              <a:gd name="T56" fmla="*/ 236 w 280"/>
              <a:gd name="T57" fmla="*/ 252 h 761"/>
              <a:gd name="T58" fmla="*/ 264 w 280"/>
              <a:gd name="T59" fmla="*/ 145 h 761"/>
              <a:gd name="T60" fmla="*/ 242 w 280"/>
              <a:gd name="T61" fmla="*/ 129 h 761"/>
              <a:gd name="T62" fmla="*/ 232 w 280"/>
              <a:gd name="T63" fmla="*/ 111 h 761"/>
              <a:gd name="T64" fmla="*/ 226 w 280"/>
              <a:gd name="T65" fmla="*/ 109 h 761"/>
              <a:gd name="T66" fmla="*/ 224 w 280"/>
              <a:gd name="T67" fmla="*/ 102 h 761"/>
              <a:gd name="T68" fmla="*/ 233 w 280"/>
              <a:gd name="T69" fmla="*/ 88 h 761"/>
              <a:gd name="T70" fmla="*/ 228 w 280"/>
              <a:gd name="T71" fmla="*/ 73 h 761"/>
              <a:gd name="T72" fmla="*/ 237 w 280"/>
              <a:gd name="T73" fmla="*/ 65 h 761"/>
              <a:gd name="T74" fmla="*/ 230 w 280"/>
              <a:gd name="T75" fmla="*/ 59 h 761"/>
              <a:gd name="T76" fmla="*/ 169 w 280"/>
              <a:gd name="T77" fmla="*/ 6 h 761"/>
              <a:gd name="T78" fmla="*/ 117 w 280"/>
              <a:gd name="T79" fmla="*/ 54 h 761"/>
              <a:gd name="T80" fmla="*/ 127 w 280"/>
              <a:gd name="T81" fmla="*/ 89 h 761"/>
              <a:gd name="T82" fmla="*/ 139 w 280"/>
              <a:gd name="T83" fmla="*/ 124 h 761"/>
              <a:gd name="T84" fmla="*/ 167 w 280"/>
              <a:gd name="T85" fmla="*/ 709 h 761"/>
              <a:gd name="T86" fmla="*/ 176 w 280"/>
              <a:gd name="T87" fmla="*/ 662 h 761"/>
              <a:gd name="T88" fmla="*/ 173 w 280"/>
              <a:gd name="T89" fmla="*/ 590 h 761"/>
              <a:gd name="T90" fmla="*/ 187 w 280"/>
              <a:gd name="T91" fmla="*/ 629 h 761"/>
              <a:gd name="T92" fmla="*/ 192 w 280"/>
              <a:gd name="T93" fmla="*/ 690 h 761"/>
              <a:gd name="T94" fmla="*/ 180 w 280"/>
              <a:gd name="T95" fmla="*/ 722 h 761"/>
              <a:gd name="T96" fmla="*/ 168 w 280"/>
              <a:gd name="T97" fmla="*/ 734 h 761"/>
              <a:gd name="T98" fmla="*/ 167 w 280"/>
              <a:gd name="T99" fmla="*/ 709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80" h="761">
                <a:moveTo>
                  <a:pt x="146" y="122"/>
                </a:moveTo>
                <a:cubicBezTo>
                  <a:pt x="146" y="122"/>
                  <a:pt x="156" y="132"/>
                  <a:pt x="161" y="134"/>
                </a:cubicBezTo>
                <a:cubicBezTo>
                  <a:pt x="161" y="134"/>
                  <a:pt x="128" y="172"/>
                  <a:pt x="125" y="184"/>
                </a:cubicBezTo>
                <a:cubicBezTo>
                  <a:pt x="112" y="83"/>
                  <a:pt x="112" y="83"/>
                  <a:pt x="112" y="83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237"/>
                  <a:pt x="14" y="237"/>
                  <a:pt x="14" y="237"/>
                </a:cubicBezTo>
                <a:cubicBezTo>
                  <a:pt x="91" y="264"/>
                  <a:pt x="91" y="264"/>
                  <a:pt x="91" y="264"/>
                </a:cubicBezTo>
                <a:cubicBezTo>
                  <a:pt x="91" y="264"/>
                  <a:pt x="91" y="271"/>
                  <a:pt x="100" y="275"/>
                </a:cubicBezTo>
                <a:cubicBezTo>
                  <a:pt x="113" y="280"/>
                  <a:pt x="113" y="280"/>
                  <a:pt x="113" y="280"/>
                </a:cubicBezTo>
                <a:cubicBezTo>
                  <a:pt x="113" y="280"/>
                  <a:pt x="86" y="366"/>
                  <a:pt x="88" y="384"/>
                </a:cubicBezTo>
                <a:cubicBezTo>
                  <a:pt x="104" y="386"/>
                  <a:pt x="104" y="386"/>
                  <a:pt x="104" y="386"/>
                </a:cubicBezTo>
                <a:cubicBezTo>
                  <a:pt x="104" y="386"/>
                  <a:pt x="97" y="462"/>
                  <a:pt x="126" y="550"/>
                </a:cubicBezTo>
                <a:cubicBezTo>
                  <a:pt x="126" y="550"/>
                  <a:pt x="128" y="583"/>
                  <a:pt x="129" y="593"/>
                </a:cubicBezTo>
                <a:cubicBezTo>
                  <a:pt x="129" y="604"/>
                  <a:pt x="131" y="662"/>
                  <a:pt x="130" y="675"/>
                </a:cubicBezTo>
                <a:cubicBezTo>
                  <a:pt x="129" y="687"/>
                  <a:pt x="132" y="719"/>
                  <a:pt x="128" y="724"/>
                </a:cubicBezTo>
                <a:cubicBezTo>
                  <a:pt x="123" y="728"/>
                  <a:pt x="114" y="735"/>
                  <a:pt x="108" y="737"/>
                </a:cubicBezTo>
                <a:cubicBezTo>
                  <a:pt x="102" y="739"/>
                  <a:pt x="86" y="747"/>
                  <a:pt x="90" y="752"/>
                </a:cubicBezTo>
                <a:cubicBezTo>
                  <a:pt x="90" y="752"/>
                  <a:pt x="93" y="759"/>
                  <a:pt x="137" y="753"/>
                </a:cubicBezTo>
                <a:cubicBezTo>
                  <a:pt x="137" y="753"/>
                  <a:pt x="137" y="761"/>
                  <a:pt x="183" y="757"/>
                </a:cubicBezTo>
                <a:cubicBezTo>
                  <a:pt x="183" y="757"/>
                  <a:pt x="207" y="756"/>
                  <a:pt x="213" y="756"/>
                </a:cubicBezTo>
                <a:cubicBezTo>
                  <a:pt x="219" y="756"/>
                  <a:pt x="243" y="751"/>
                  <a:pt x="232" y="736"/>
                </a:cubicBezTo>
                <a:cubicBezTo>
                  <a:pt x="232" y="736"/>
                  <a:pt x="243" y="588"/>
                  <a:pt x="218" y="556"/>
                </a:cubicBezTo>
                <a:cubicBezTo>
                  <a:pt x="218" y="556"/>
                  <a:pt x="211" y="535"/>
                  <a:pt x="211" y="526"/>
                </a:cubicBezTo>
                <a:cubicBezTo>
                  <a:pt x="211" y="517"/>
                  <a:pt x="212" y="487"/>
                  <a:pt x="215" y="474"/>
                </a:cubicBezTo>
                <a:cubicBezTo>
                  <a:pt x="217" y="461"/>
                  <a:pt x="236" y="407"/>
                  <a:pt x="234" y="400"/>
                </a:cubicBezTo>
                <a:cubicBezTo>
                  <a:pt x="242" y="400"/>
                  <a:pt x="242" y="400"/>
                  <a:pt x="242" y="400"/>
                </a:cubicBezTo>
                <a:cubicBezTo>
                  <a:pt x="242" y="400"/>
                  <a:pt x="247" y="352"/>
                  <a:pt x="236" y="335"/>
                </a:cubicBezTo>
                <a:cubicBezTo>
                  <a:pt x="225" y="318"/>
                  <a:pt x="231" y="308"/>
                  <a:pt x="231" y="296"/>
                </a:cubicBezTo>
                <a:cubicBezTo>
                  <a:pt x="231" y="283"/>
                  <a:pt x="236" y="252"/>
                  <a:pt x="236" y="252"/>
                </a:cubicBezTo>
                <a:cubicBezTo>
                  <a:pt x="236" y="252"/>
                  <a:pt x="280" y="172"/>
                  <a:pt x="264" y="145"/>
                </a:cubicBezTo>
                <a:cubicBezTo>
                  <a:pt x="264" y="145"/>
                  <a:pt x="261" y="134"/>
                  <a:pt x="242" y="129"/>
                </a:cubicBezTo>
                <a:cubicBezTo>
                  <a:pt x="242" y="129"/>
                  <a:pt x="232" y="115"/>
                  <a:pt x="232" y="111"/>
                </a:cubicBezTo>
                <a:cubicBezTo>
                  <a:pt x="231" y="106"/>
                  <a:pt x="226" y="109"/>
                  <a:pt x="226" y="109"/>
                </a:cubicBezTo>
                <a:cubicBezTo>
                  <a:pt x="224" y="102"/>
                  <a:pt x="224" y="102"/>
                  <a:pt x="224" y="102"/>
                </a:cubicBezTo>
                <a:cubicBezTo>
                  <a:pt x="224" y="102"/>
                  <a:pt x="233" y="105"/>
                  <a:pt x="233" y="88"/>
                </a:cubicBezTo>
                <a:cubicBezTo>
                  <a:pt x="233" y="71"/>
                  <a:pt x="232" y="78"/>
                  <a:pt x="228" y="73"/>
                </a:cubicBezTo>
                <a:cubicBezTo>
                  <a:pt x="224" y="67"/>
                  <a:pt x="233" y="70"/>
                  <a:pt x="237" y="65"/>
                </a:cubicBezTo>
                <a:cubicBezTo>
                  <a:pt x="240" y="61"/>
                  <a:pt x="233" y="65"/>
                  <a:pt x="230" y="59"/>
                </a:cubicBezTo>
                <a:cubicBezTo>
                  <a:pt x="226" y="54"/>
                  <a:pt x="201" y="0"/>
                  <a:pt x="169" y="6"/>
                </a:cubicBezTo>
                <a:cubicBezTo>
                  <a:pt x="136" y="12"/>
                  <a:pt x="119" y="43"/>
                  <a:pt x="117" y="54"/>
                </a:cubicBezTo>
                <a:cubicBezTo>
                  <a:pt x="115" y="65"/>
                  <a:pt x="126" y="85"/>
                  <a:pt x="127" y="89"/>
                </a:cubicBezTo>
                <a:cubicBezTo>
                  <a:pt x="128" y="92"/>
                  <a:pt x="145" y="113"/>
                  <a:pt x="139" y="124"/>
                </a:cubicBezTo>
                <a:moveTo>
                  <a:pt x="167" y="709"/>
                </a:moveTo>
                <a:cubicBezTo>
                  <a:pt x="169" y="697"/>
                  <a:pt x="175" y="671"/>
                  <a:pt x="176" y="662"/>
                </a:cubicBezTo>
                <a:cubicBezTo>
                  <a:pt x="177" y="654"/>
                  <a:pt x="176" y="596"/>
                  <a:pt x="173" y="590"/>
                </a:cubicBezTo>
                <a:cubicBezTo>
                  <a:pt x="173" y="590"/>
                  <a:pt x="186" y="617"/>
                  <a:pt x="187" y="629"/>
                </a:cubicBezTo>
                <a:cubicBezTo>
                  <a:pt x="188" y="640"/>
                  <a:pt x="197" y="680"/>
                  <a:pt x="192" y="690"/>
                </a:cubicBezTo>
                <a:cubicBezTo>
                  <a:pt x="188" y="700"/>
                  <a:pt x="184" y="717"/>
                  <a:pt x="180" y="722"/>
                </a:cubicBezTo>
                <a:cubicBezTo>
                  <a:pt x="177" y="727"/>
                  <a:pt x="168" y="734"/>
                  <a:pt x="168" y="734"/>
                </a:cubicBezTo>
                <a:cubicBezTo>
                  <a:pt x="168" y="734"/>
                  <a:pt x="164" y="720"/>
                  <a:pt x="167" y="709"/>
                </a:cubicBezTo>
                <a:close/>
              </a:path>
            </a:pathLst>
          </a:custGeom>
          <a:solidFill>
            <a:srgbClr val="B8E6DC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Freeform 12"/>
          <p:cNvSpPr>
            <a:spLocks noEditPoints="1"/>
          </p:cNvSpPr>
          <p:nvPr/>
        </p:nvSpPr>
        <p:spPr bwMode="auto">
          <a:xfrm>
            <a:off x="3754438" y="1696085"/>
            <a:ext cx="1263650" cy="3986213"/>
          </a:xfrm>
          <a:custGeom>
            <a:avLst/>
            <a:gdLst>
              <a:gd name="T0" fmla="*/ 193 w 253"/>
              <a:gd name="T1" fmla="*/ 151 h 798"/>
              <a:gd name="T2" fmla="*/ 182 w 253"/>
              <a:gd name="T3" fmla="*/ 103 h 798"/>
              <a:gd name="T4" fmla="*/ 165 w 253"/>
              <a:gd name="T5" fmla="*/ 92 h 798"/>
              <a:gd name="T6" fmla="*/ 162 w 253"/>
              <a:gd name="T7" fmla="*/ 50 h 798"/>
              <a:gd name="T8" fmla="*/ 95 w 253"/>
              <a:gd name="T9" fmla="*/ 103 h 798"/>
              <a:gd name="T10" fmla="*/ 80 w 253"/>
              <a:gd name="T11" fmla="*/ 141 h 798"/>
              <a:gd name="T12" fmla="*/ 27 w 253"/>
              <a:gd name="T13" fmla="*/ 149 h 798"/>
              <a:gd name="T14" fmla="*/ 3 w 253"/>
              <a:gd name="T15" fmla="*/ 255 h 798"/>
              <a:gd name="T16" fmla="*/ 20 w 253"/>
              <a:gd name="T17" fmla="*/ 388 h 798"/>
              <a:gd name="T18" fmla="*/ 29 w 253"/>
              <a:gd name="T19" fmla="*/ 390 h 798"/>
              <a:gd name="T20" fmla="*/ 48 w 253"/>
              <a:gd name="T21" fmla="*/ 409 h 798"/>
              <a:gd name="T22" fmla="*/ 47 w 253"/>
              <a:gd name="T23" fmla="*/ 488 h 798"/>
              <a:gd name="T24" fmla="*/ 28 w 253"/>
              <a:gd name="T25" fmla="*/ 615 h 798"/>
              <a:gd name="T26" fmla="*/ 16 w 253"/>
              <a:gd name="T27" fmla="*/ 733 h 798"/>
              <a:gd name="T28" fmla="*/ 24 w 253"/>
              <a:gd name="T29" fmla="*/ 798 h 798"/>
              <a:gd name="T30" fmla="*/ 65 w 253"/>
              <a:gd name="T31" fmla="*/ 772 h 798"/>
              <a:gd name="T32" fmla="*/ 70 w 253"/>
              <a:gd name="T33" fmla="*/ 712 h 798"/>
              <a:gd name="T34" fmla="*/ 85 w 253"/>
              <a:gd name="T35" fmla="*/ 613 h 798"/>
              <a:gd name="T36" fmla="*/ 122 w 253"/>
              <a:gd name="T37" fmla="*/ 478 h 798"/>
              <a:gd name="T38" fmla="*/ 130 w 253"/>
              <a:gd name="T39" fmla="*/ 489 h 798"/>
              <a:gd name="T40" fmla="*/ 138 w 253"/>
              <a:gd name="T41" fmla="*/ 607 h 798"/>
              <a:gd name="T42" fmla="*/ 128 w 253"/>
              <a:gd name="T43" fmla="*/ 679 h 798"/>
              <a:gd name="T44" fmla="*/ 114 w 253"/>
              <a:gd name="T45" fmla="*/ 722 h 798"/>
              <a:gd name="T46" fmla="*/ 121 w 253"/>
              <a:gd name="T47" fmla="*/ 795 h 798"/>
              <a:gd name="T48" fmla="*/ 210 w 253"/>
              <a:gd name="T49" fmla="*/ 784 h 798"/>
              <a:gd name="T50" fmla="*/ 173 w 253"/>
              <a:gd name="T51" fmla="*/ 768 h 798"/>
              <a:gd name="T52" fmla="*/ 184 w 253"/>
              <a:gd name="T53" fmla="*/ 617 h 798"/>
              <a:gd name="T54" fmla="*/ 189 w 253"/>
              <a:gd name="T55" fmla="*/ 502 h 798"/>
              <a:gd name="T56" fmla="*/ 210 w 253"/>
              <a:gd name="T57" fmla="*/ 428 h 798"/>
              <a:gd name="T58" fmla="*/ 187 w 253"/>
              <a:gd name="T59" fmla="*/ 297 h 798"/>
              <a:gd name="T60" fmla="*/ 241 w 253"/>
              <a:gd name="T61" fmla="*/ 239 h 798"/>
              <a:gd name="T62" fmla="*/ 46 w 253"/>
              <a:gd name="T63" fmla="*/ 328 h 798"/>
              <a:gd name="T64" fmla="*/ 39 w 253"/>
              <a:gd name="T65" fmla="*/ 294 h 798"/>
              <a:gd name="T66" fmla="*/ 49 w 253"/>
              <a:gd name="T67" fmla="*/ 252 h 798"/>
              <a:gd name="T68" fmla="*/ 128 w 253"/>
              <a:gd name="T69" fmla="*/ 389 h 798"/>
              <a:gd name="T70" fmla="*/ 115 w 253"/>
              <a:gd name="T71" fmla="*/ 156 h 798"/>
              <a:gd name="T72" fmla="*/ 133 w 253"/>
              <a:gd name="T73" fmla="*/ 155 h 798"/>
              <a:gd name="T74" fmla="*/ 142 w 253"/>
              <a:gd name="T75" fmla="*/ 376 h 798"/>
              <a:gd name="T76" fmla="*/ 173 w 253"/>
              <a:gd name="T77" fmla="*/ 156 h 798"/>
              <a:gd name="T78" fmla="*/ 144 w 253"/>
              <a:gd name="T79" fmla="*/ 135 h 798"/>
              <a:gd name="T80" fmla="*/ 168 w 253"/>
              <a:gd name="T81" fmla="*/ 1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798">
                <a:moveTo>
                  <a:pt x="233" y="205"/>
                </a:moveTo>
                <a:cubicBezTo>
                  <a:pt x="233" y="205"/>
                  <a:pt x="205" y="148"/>
                  <a:pt x="193" y="151"/>
                </a:cubicBezTo>
                <a:cubicBezTo>
                  <a:pt x="193" y="151"/>
                  <a:pt x="186" y="135"/>
                  <a:pt x="187" y="131"/>
                </a:cubicBezTo>
                <a:cubicBezTo>
                  <a:pt x="188" y="127"/>
                  <a:pt x="197" y="107"/>
                  <a:pt x="182" y="103"/>
                </a:cubicBezTo>
                <a:cubicBezTo>
                  <a:pt x="164" y="98"/>
                  <a:pt x="164" y="98"/>
                  <a:pt x="164" y="98"/>
                </a:cubicBezTo>
                <a:cubicBezTo>
                  <a:pt x="164" y="98"/>
                  <a:pt x="165" y="96"/>
                  <a:pt x="165" y="92"/>
                </a:cubicBezTo>
                <a:cubicBezTo>
                  <a:pt x="171" y="92"/>
                  <a:pt x="168" y="84"/>
                  <a:pt x="166" y="79"/>
                </a:cubicBezTo>
                <a:cubicBezTo>
                  <a:pt x="166" y="70"/>
                  <a:pt x="165" y="60"/>
                  <a:pt x="162" y="50"/>
                </a:cubicBezTo>
                <a:cubicBezTo>
                  <a:pt x="162" y="50"/>
                  <a:pt x="138" y="0"/>
                  <a:pt x="91" y="45"/>
                </a:cubicBezTo>
                <a:cubicBezTo>
                  <a:pt x="91" y="45"/>
                  <a:pt x="76" y="71"/>
                  <a:pt x="95" y="103"/>
                </a:cubicBezTo>
                <a:cubicBezTo>
                  <a:pt x="95" y="103"/>
                  <a:pt x="102" y="122"/>
                  <a:pt x="98" y="126"/>
                </a:cubicBezTo>
                <a:cubicBezTo>
                  <a:pt x="93" y="129"/>
                  <a:pt x="87" y="137"/>
                  <a:pt x="80" y="141"/>
                </a:cubicBezTo>
                <a:cubicBezTo>
                  <a:pt x="72" y="144"/>
                  <a:pt x="50" y="149"/>
                  <a:pt x="42" y="148"/>
                </a:cubicBezTo>
                <a:cubicBezTo>
                  <a:pt x="35" y="147"/>
                  <a:pt x="27" y="149"/>
                  <a:pt x="27" y="149"/>
                </a:cubicBezTo>
                <a:cubicBezTo>
                  <a:pt x="27" y="149"/>
                  <a:pt x="12" y="189"/>
                  <a:pt x="8" y="211"/>
                </a:cubicBezTo>
                <a:cubicBezTo>
                  <a:pt x="3" y="233"/>
                  <a:pt x="3" y="243"/>
                  <a:pt x="3" y="255"/>
                </a:cubicBezTo>
                <a:cubicBezTo>
                  <a:pt x="2" y="267"/>
                  <a:pt x="0" y="298"/>
                  <a:pt x="1" y="306"/>
                </a:cubicBezTo>
                <a:cubicBezTo>
                  <a:pt x="2" y="315"/>
                  <a:pt x="13" y="380"/>
                  <a:pt x="20" y="388"/>
                </a:cubicBezTo>
                <a:cubicBezTo>
                  <a:pt x="27" y="385"/>
                  <a:pt x="27" y="385"/>
                  <a:pt x="27" y="385"/>
                </a:cubicBezTo>
                <a:cubicBezTo>
                  <a:pt x="29" y="390"/>
                  <a:pt x="29" y="390"/>
                  <a:pt x="29" y="390"/>
                </a:cubicBezTo>
                <a:cubicBezTo>
                  <a:pt x="35" y="387"/>
                  <a:pt x="35" y="387"/>
                  <a:pt x="35" y="387"/>
                </a:cubicBezTo>
                <a:cubicBezTo>
                  <a:pt x="35" y="387"/>
                  <a:pt x="42" y="404"/>
                  <a:pt x="48" y="409"/>
                </a:cubicBezTo>
                <a:cubicBezTo>
                  <a:pt x="51" y="453"/>
                  <a:pt x="51" y="453"/>
                  <a:pt x="51" y="453"/>
                </a:cubicBezTo>
                <a:cubicBezTo>
                  <a:pt x="51" y="453"/>
                  <a:pt x="53" y="469"/>
                  <a:pt x="47" y="488"/>
                </a:cubicBezTo>
                <a:cubicBezTo>
                  <a:pt x="41" y="506"/>
                  <a:pt x="47" y="529"/>
                  <a:pt x="46" y="545"/>
                </a:cubicBezTo>
                <a:cubicBezTo>
                  <a:pt x="45" y="561"/>
                  <a:pt x="31" y="606"/>
                  <a:pt x="28" y="615"/>
                </a:cubicBezTo>
                <a:cubicBezTo>
                  <a:pt x="24" y="625"/>
                  <a:pt x="17" y="678"/>
                  <a:pt x="18" y="693"/>
                </a:cubicBezTo>
                <a:cubicBezTo>
                  <a:pt x="19" y="709"/>
                  <a:pt x="15" y="725"/>
                  <a:pt x="16" y="733"/>
                </a:cubicBezTo>
                <a:cubicBezTo>
                  <a:pt x="17" y="742"/>
                  <a:pt x="24" y="753"/>
                  <a:pt x="25" y="760"/>
                </a:cubicBezTo>
                <a:cubicBezTo>
                  <a:pt x="26" y="767"/>
                  <a:pt x="9" y="798"/>
                  <a:pt x="24" y="798"/>
                </a:cubicBezTo>
                <a:cubicBezTo>
                  <a:pt x="39" y="798"/>
                  <a:pt x="64" y="797"/>
                  <a:pt x="64" y="797"/>
                </a:cubicBezTo>
                <a:cubicBezTo>
                  <a:pt x="64" y="797"/>
                  <a:pt x="68" y="777"/>
                  <a:pt x="65" y="772"/>
                </a:cubicBezTo>
                <a:cubicBezTo>
                  <a:pt x="65" y="772"/>
                  <a:pt x="89" y="745"/>
                  <a:pt x="73" y="732"/>
                </a:cubicBezTo>
                <a:cubicBezTo>
                  <a:pt x="58" y="720"/>
                  <a:pt x="67" y="723"/>
                  <a:pt x="70" y="712"/>
                </a:cubicBezTo>
                <a:cubicBezTo>
                  <a:pt x="73" y="700"/>
                  <a:pt x="82" y="679"/>
                  <a:pt x="82" y="668"/>
                </a:cubicBezTo>
                <a:cubicBezTo>
                  <a:pt x="82" y="658"/>
                  <a:pt x="83" y="626"/>
                  <a:pt x="85" y="613"/>
                </a:cubicBezTo>
                <a:cubicBezTo>
                  <a:pt x="86" y="600"/>
                  <a:pt x="95" y="565"/>
                  <a:pt x="104" y="540"/>
                </a:cubicBezTo>
                <a:cubicBezTo>
                  <a:pt x="112" y="515"/>
                  <a:pt x="122" y="486"/>
                  <a:pt x="122" y="478"/>
                </a:cubicBezTo>
                <a:cubicBezTo>
                  <a:pt x="122" y="470"/>
                  <a:pt x="125" y="463"/>
                  <a:pt x="125" y="463"/>
                </a:cubicBezTo>
                <a:cubicBezTo>
                  <a:pt x="125" y="463"/>
                  <a:pt x="130" y="484"/>
                  <a:pt x="130" y="489"/>
                </a:cubicBezTo>
                <a:cubicBezTo>
                  <a:pt x="130" y="493"/>
                  <a:pt x="136" y="529"/>
                  <a:pt x="133" y="541"/>
                </a:cubicBezTo>
                <a:cubicBezTo>
                  <a:pt x="131" y="552"/>
                  <a:pt x="139" y="600"/>
                  <a:pt x="138" y="607"/>
                </a:cubicBezTo>
                <a:cubicBezTo>
                  <a:pt x="136" y="614"/>
                  <a:pt x="132" y="615"/>
                  <a:pt x="131" y="625"/>
                </a:cubicBezTo>
                <a:cubicBezTo>
                  <a:pt x="129" y="634"/>
                  <a:pt x="129" y="668"/>
                  <a:pt x="128" y="679"/>
                </a:cubicBezTo>
                <a:cubicBezTo>
                  <a:pt x="127" y="691"/>
                  <a:pt x="120" y="692"/>
                  <a:pt x="120" y="702"/>
                </a:cubicBezTo>
                <a:cubicBezTo>
                  <a:pt x="120" y="712"/>
                  <a:pt x="118" y="713"/>
                  <a:pt x="114" y="722"/>
                </a:cubicBezTo>
                <a:cubicBezTo>
                  <a:pt x="111" y="731"/>
                  <a:pt x="117" y="765"/>
                  <a:pt x="114" y="769"/>
                </a:cubicBezTo>
                <a:cubicBezTo>
                  <a:pt x="112" y="773"/>
                  <a:pt x="110" y="796"/>
                  <a:pt x="121" y="795"/>
                </a:cubicBezTo>
                <a:cubicBezTo>
                  <a:pt x="132" y="794"/>
                  <a:pt x="157" y="792"/>
                  <a:pt x="162" y="795"/>
                </a:cubicBezTo>
                <a:cubicBezTo>
                  <a:pt x="167" y="798"/>
                  <a:pt x="219" y="795"/>
                  <a:pt x="210" y="784"/>
                </a:cubicBezTo>
                <a:cubicBezTo>
                  <a:pt x="202" y="772"/>
                  <a:pt x="199" y="776"/>
                  <a:pt x="191" y="776"/>
                </a:cubicBezTo>
                <a:cubicBezTo>
                  <a:pt x="183" y="776"/>
                  <a:pt x="176" y="774"/>
                  <a:pt x="173" y="768"/>
                </a:cubicBezTo>
                <a:cubicBezTo>
                  <a:pt x="170" y="762"/>
                  <a:pt x="172" y="758"/>
                  <a:pt x="172" y="751"/>
                </a:cubicBezTo>
                <a:cubicBezTo>
                  <a:pt x="172" y="743"/>
                  <a:pt x="189" y="652"/>
                  <a:pt x="184" y="617"/>
                </a:cubicBezTo>
                <a:cubicBezTo>
                  <a:pt x="179" y="582"/>
                  <a:pt x="179" y="602"/>
                  <a:pt x="182" y="581"/>
                </a:cubicBezTo>
                <a:cubicBezTo>
                  <a:pt x="186" y="561"/>
                  <a:pt x="188" y="525"/>
                  <a:pt x="189" y="502"/>
                </a:cubicBezTo>
                <a:cubicBezTo>
                  <a:pt x="191" y="480"/>
                  <a:pt x="201" y="434"/>
                  <a:pt x="197" y="428"/>
                </a:cubicBezTo>
                <a:cubicBezTo>
                  <a:pt x="210" y="428"/>
                  <a:pt x="210" y="428"/>
                  <a:pt x="210" y="428"/>
                </a:cubicBezTo>
                <a:cubicBezTo>
                  <a:pt x="210" y="428"/>
                  <a:pt x="207" y="364"/>
                  <a:pt x="198" y="343"/>
                </a:cubicBezTo>
                <a:cubicBezTo>
                  <a:pt x="189" y="322"/>
                  <a:pt x="189" y="306"/>
                  <a:pt x="187" y="297"/>
                </a:cubicBezTo>
                <a:cubicBezTo>
                  <a:pt x="184" y="287"/>
                  <a:pt x="186" y="241"/>
                  <a:pt x="186" y="241"/>
                </a:cubicBezTo>
                <a:cubicBezTo>
                  <a:pt x="186" y="241"/>
                  <a:pt x="230" y="261"/>
                  <a:pt x="241" y="239"/>
                </a:cubicBezTo>
                <a:cubicBezTo>
                  <a:pt x="241" y="239"/>
                  <a:pt x="253" y="229"/>
                  <a:pt x="233" y="205"/>
                </a:cubicBezTo>
                <a:close/>
                <a:moveTo>
                  <a:pt x="46" y="328"/>
                </a:moveTo>
                <a:cubicBezTo>
                  <a:pt x="46" y="328"/>
                  <a:pt x="42" y="322"/>
                  <a:pt x="41" y="316"/>
                </a:cubicBezTo>
                <a:cubicBezTo>
                  <a:pt x="41" y="310"/>
                  <a:pt x="39" y="294"/>
                  <a:pt x="39" y="294"/>
                </a:cubicBezTo>
                <a:cubicBezTo>
                  <a:pt x="39" y="294"/>
                  <a:pt x="38" y="290"/>
                  <a:pt x="40" y="286"/>
                </a:cubicBezTo>
                <a:cubicBezTo>
                  <a:pt x="41" y="283"/>
                  <a:pt x="49" y="252"/>
                  <a:pt x="49" y="252"/>
                </a:cubicBezTo>
                <a:cubicBezTo>
                  <a:pt x="49" y="252"/>
                  <a:pt x="63" y="294"/>
                  <a:pt x="46" y="328"/>
                </a:cubicBezTo>
                <a:close/>
                <a:moveTo>
                  <a:pt x="128" y="389"/>
                </a:moveTo>
                <a:cubicBezTo>
                  <a:pt x="115" y="378"/>
                  <a:pt x="115" y="378"/>
                  <a:pt x="115" y="378"/>
                </a:cubicBezTo>
                <a:cubicBezTo>
                  <a:pt x="127" y="236"/>
                  <a:pt x="115" y="156"/>
                  <a:pt x="115" y="156"/>
                </a:cubicBezTo>
                <a:cubicBezTo>
                  <a:pt x="123" y="147"/>
                  <a:pt x="123" y="147"/>
                  <a:pt x="123" y="147"/>
                </a:cubicBezTo>
                <a:cubicBezTo>
                  <a:pt x="133" y="155"/>
                  <a:pt x="133" y="155"/>
                  <a:pt x="133" y="155"/>
                </a:cubicBezTo>
                <a:cubicBezTo>
                  <a:pt x="129" y="163"/>
                  <a:pt x="129" y="163"/>
                  <a:pt x="129" y="163"/>
                </a:cubicBezTo>
                <a:cubicBezTo>
                  <a:pt x="142" y="376"/>
                  <a:pt x="142" y="376"/>
                  <a:pt x="142" y="376"/>
                </a:cubicBezTo>
                <a:lnTo>
                  <a:pt x="128" y="389"/>
                </a:lnTo>
                <a:close/>
                <a:moveTo>
                  <a:pt x="173" y="156"/>
                </a:moveTo>
                <a:cubicBezTo>
                  <a:pt x="169" y="159"/>
                  <a:pt x="148" y="150"/>
                  <a:pt x="148" y="150"/>
                </a:cubicBezTo>
                <a:cubicBezTo>
                  <a:pt x="144" y="135"/>
                  <a:pt x="144" y="135"/>
                  <a:pt x="144" y="135"/>
                </a:cubicBezTo>
                <a:cubicBezTo>
                  <a:pt x="144" y="135"/>
                  <a:pt x="152" y="129"/>
                  <a:pt x="154" y="125"/>
                </a:cubicBezTo>
                <a:cubicBezTo>
                  <a:pt x="154" y="125"/>
                  <a:pt x="162" y="141"/>
                  <a:pt x="168" y="142"/>
                </a:cubicBezTo>
                <a:cubicBezTo>
                  <a:pt x="174" y="143"/>
                  <a:pt x="177" y="154"/>
                  <a:pt x="173" y="156"/>
                </a:cubicBezTo>
                <a:close/>
              </a:path>
            </a:pathLst>
          </a:custGeom>
          <a:solidFill>
            <a:srgbClr val="3EB198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Freeform 531"/>
          <p:cNvSpPr/>
          <p:nvPr/>
        </p:nvSpPr>
        <p:spPr bwMode="auto">
          <a:xfrm>
            <a:off x="5381625" y="2352040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Freeform 531"/>
          <p:cNvSpPr/>
          <p:nvPr/>
        </p:nvSpPr>
        <p:spPr bwMode="auto">
          <a:xfrm>
            <a:off x="5381625" y="3378835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6" name="Freeform 531"/>
          <p:cNvSpPr/>
          <p:nvPr/>
        </p:nvSpPr>
        <p:spPr bwMode="auto">
          <a:xfrm>
            <a:off x="5381625" y="4218623"/>
            <a:ext cx="201613" cy="198438"/>
          </a:xfrm>
          <a:custGeom>
            <a:avLst/>
            <a:gdLst>
              <a:gd name="T0" fmla="*/ 508 w 514"/>
              <a:gd name="T1" fmla="*/ 412 h 514"/>
              <a:gd name="T2" fmla="*/ 508 w 514"/>
              <a:gd name="T3" fmla="*/ 412 h 514"/>
              <a:gd name="T4" fmla="*/ 353 w 514"/>
              <a:gd name="T5" fmla="*/ 257 h 514"/>
              <a:gd name="T6" fmla="*/ 508 w 514"/>
              <a:gd name="T7" fmla="*/ 102 h 514"/>
              <a:gd name="T8" fmla="*/ 508 w 514"/>
              <a:gd name="T9" fmla="*/ 102 h 514"/>
              <a:gd name="T10" fmla="*/ 512 w 514"/>
              <a:gd name="T11" fmla="*/ 96 h 514"/>
              <a:gd name="T12" fmla="*/ 508 w 514"/>
              <a:gd name="T13" fmla="*/ 79 h 514"/>
              <a:gd name="T14" fmla="*/ 435 w 514"/>
              <a:gd name="T15" fmla="*/ 6 h 514"/>
              <a:gd name="T16" fmla="*/ 418 w 514"/>
              <a:gd name="T17" fmla="*/ 2 h 514"/>
              <a:gd name="T18" fmla="*/ 412 w 514"/>
              <a:gd name="T19" fmla="*/ 6 h 514"/>
              <a:gd name="T20" fmla="*/ 412 w 514"/>
              <a:gd name="T21" fmla="*/ 6 h 514"/>
              <a:gd name="T22" fmla="*/ 257 w 514"/>
              <a:gd name="T23" fmla="*/ 161 h 514"/>
              <a:gd name="T24" fmla="*/ 102 w 514"/>
              <a:gd name="T25" fmla="*/ 6 h 514"/>
              <a:gd name="T26" fmla="*/ 102 w 514"/>
              <a:gd name="T27" fmla="*/ 6 h 514"/>
              <a:gd name="T28" fmla="*/ 96 w 514"/>
              <a:gd name="T29" fmla="*/ 2 h 514"/>
              <a:gd name="T30" fmla="*/ 79 w 514"/>
              <a:gd name="T31" fmla="*/ 6 h 514"/>
              <a:gd name="T32" fmla="*/ 6 w 514"/>
              <a:gd name="T33" fmla="*/ 79 h 514"/>
              <a:gd name="T34" fmla="*/ 2 w 514"/>
              <a:gd name="T35" fmla="*/ 96 h 514"/>
              <a:gd name="T36" fmla="*/ 6 w 514"/>
              <a:gd name="T37" fmla="*/ 102 h 514"/>
              <a:gd name="T38" fmla="*/ 6 w 514"/>
              <a:gd name="T39" fmla="*/ 102 h 514"/>
              <a:gd name="T40" fmla="*/ 161 w 514"/>
              <a:gd name="T41" fmla="*/ 257 h 514"/>
              <a:gd name="T42" fmla="*/ 6 w 514"/>
              <a:gd name="T43" fmla="*/ 412 h 514"/>
              <a:gd name="T44" fmla="*/ 6 w 514"/>
              <a:gd name="T45" fmla="*/ 412 h 514"/>
              <a:gd name="T46" fmla="*/ 2 w 514"/>
              <a:gd name="T47" fmla="*/ 418 h 514"/>
              <a:gd name="T48" fmla="*/ 6 w 514"/>
              <a:gd name="T49" fmla="*/ 435 h 514"/>
              <a:gd name="T50" fmla="*/ 79 w 514"/>
              <a:gd name="T51" fmla="*/ 508 h 514"/>
              <a:gd name="T52" fmla="*/ 96 w 514"/>
              <a:gd name="T53" fmla="*/ 512 h 514"/>
              <a:gd name="T54" fmla="*/ 102 w 514"/>
              <a:gd name="T55" fmla="*/ 508 h 514"/>
              <a:gd name="T56" fmla="*/ 102 w 514"/>
              <a:gd name="T57" fmla="*/ 508 h 514"/>
              <a:gd name="T58" fmla="*/ 257 w 514"/>
              <a:gd name="T59" fmla="*/ 353 h 514"/>
              <a:gd name="T60" fmla="*/ 412 w 514"/>
              <a:gd name="T61" fmla="*/ 508 h 514"/>
              <a:gd name="T62" fmla="*/ 412 w 514"/>
              <a:gd name="T63" fmla="*/ 508 h 514"/>
              <a:gd name="T64" fmla="*/ 418 w 514"/>
              <a:gd name="T65" fmla="*/ 512 h 514"/>
              <a:gd name="T66" fmla="*/ 435 w 514"/>
              <a:gd name="T67" fmla="*/ 508 h 514"/>
              <a:gd name="T68" fmla="*/ 508 w 514"/>
              <a:gd name="T69" fmla="*/ 435 h 514"/>
              <a:gd name="T70" fmla="*/ 512 w 514"/>
              <a:gd name="T71" fmla="*/ 418 h 514"/>
              <a:gd name="T72" fmla="*/ 508 w 514"/>
              <a:gd name="T73" fmla="*/ 41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14" h="514">
                <a:moveTo>
                  <a:pt x="508" y="412"/>
                </a:moveTo>
                <a:cubicBezTo>
                  <a:pt x="508" y="412"/>
                  <a:pt x="508" y="412"/>
                  <a:pt x="508" y="412"/>
                </a:cubicBezTo>
                <a:cubicBezTo>
                  <a:pt x="353" y="257"/>
                  <a:pt x="353" y="257"/>
                  <a:pt x="353" y="257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08" y="102"/>
                  <a:pt x="508" y="102"/>
                  <a:pt x="508" y="102"/>
                </a:cubicBezTo>
                <a:cubicBezTo>
                  <a:pt x="510" y="100"/>
                  <a:pt x="511" y="98"/>
                  <a:pt x="512" y="96"/>
                </a:cubicBezTo>
                <a:cubicBezTo>
                  <a:pt x="514" y="90"/>
                  <a:pt x="513" y="84"/>
                  <a:pt x="508" y="79"/>
                </a:cubicBezTo>
                <a:cubicBezTo>
                  <a:pt x="435" y="6"/>
                  <a:pt x="435" y="6"/>
                  <a:pt x="435" y="6"/>
                </a:cubicBezTo>
                <a:cubicBezTo>
                  <a:pt x="430" y="1"/>
                  <a:pt x="424" y="0"/>
                  <a:pt x="418" y="2"/>
                </a:cubicBezTo>
                <a:cubicBezTo>
                  <a:pt x="416" y="3"/>
                  <a:pt x="414" y="4"/>
                  <a:pt x="412" y="6"/>
                </a:cubicBezTo>
                <a:cubicBezTo>
                  <a:pt x="412" y="6"/>
                  <a:pt x="412" y="6"/>
                  <a:pt x="412" y="6"/>
                </a:cubicBezTo>
                <a:cubicBezTo>
                  <a:pt x="257" y="161"/>
                  <a:pt x="257" y="161"/>
                  <a:pt x="257" y="161"/>
                </a:cubicBezTo>
                <a:cubicBezTo>
                  <a:pt x="102" y="6"/>
                  <a:pt x="102" y="6"/>
                  <a:pt x="102" y="6"/>
                </a:cubicBezTo>
                <a:cubicBezTo>
                  <a:pt x="102" y="6"/>
                  <a:pt x="102" y="6"/>
                  <a:pt x="102" y="6"/>
                </a:cubicBezTo>
                <a:cubicBezTo>
                  <a:pt x="100" y="4"/>
                  <a:pt x="98" y="3"/>
                  <a:pt x="96" y="2"/>
                </a:cubicBezTo>
                <a:cubicBezTo>
                  <a:pt x="90" y="0"/>
                  <a:pt x="84" y="1"/>
                  <a:pt x="79" y="6"/>
                </a:cubicBezTo>
                <a:cubicBezTo>
                  <a:pt x="6" y="79"/>
                  <a:pt x="6" y="79"/>
                  <a:pt x="6" y="79"/>
                </a:cubicBezTo>
                <a:cubicBezTo>
                  <a:pt x="1" y="84"/>
                  <a:pt x="0" y="90"/>
                  <a:pt x="2" y="96"/>
                </a:cubicBezTo>
                <a:cubicBezTo>
                  <a:pt x="3" y="98"/>
                  <a:pt x="4" y="100"/>
                  <a:pt x="6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6" y="412"/>
                  <a:pt x="6" y="412"/>
                  <a:pt x="6" y="412"/>
                </a:cubicBezTo>
                <a:cubicBezTo>
                  <a:pt x="6" y="412"/>
                  <a:pt x="6" y="412"/>
                  <a:pt x="6" y="412"/>
                </a:cubicBezTo>
                <a:cubicBezTo>
                  <a:pt x="4" y="414"/>
                  <a:pt x="3" y="416"/>
                  <a:pt x="2" y="418"/>
                </a:cubicBezTo>
                <a:cubicBezTo>
                  <a:pt x="0" y="424"/>
                  <a:pt x="1" y="430"/>
                  <a:pt x="6" y="435"/>
                </a:cubicBezTo>
                <a:cubicBezTo>
                  <a:pt x="79" y="508"/>
                  <a:pt x="79" y="508"/>
                  <a:pt x="79" y="508"/>
                </a:cubicBezTo>
                <a:cubicBezTo>
                  <a:pt x="84" y="513"/>
                  <a:pt x="90" y="514"/>
                  <a:pt x="96" y="512"/>
                </a:cubicBezTo>
                <a:cubicBezTo>
                  <a:pt x="98" y="511"/>
                  <a:pt x="100" y="510"/>
                  <a:pt x="102" y="508"/>
                </a:cubicBezTo>
                <a:cubicBezTo>
                  <a:pt x="102" y="508"/>
                  <a:pt x="102" y="508"/>
                  <a:pt x="102" y="508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2" y="508"/>
                  <a:pt x="412" y="508"/>
                  <a:pt x="412" y="508"/>
                </a:cubicBezTo>
                <a:cubicBezTo>
                  <a:pt x="414" y="510"/>
                  <a:pt x="416" y="511"/>
                  <a:pt x="418" y="512"/>
                </a:cubicBezTo>
                <a:cubicBezTo>
                  <a:pt x="424" y="514"/>
                  <a:pt x="430" y="513"/>
                  <a:pt x="435" y="508"/>
                </a:cubicBezTo>
                <a:cubicBezTo>
                  <a:pt x="508" y="435"/>
                  <a:pt x="508" y="435"/>
                  <a:pt x="508" y="435"/>
                </a:cubicBezTo>
                <a:cubicBezTo>
                  <a:pt x="513" y="430"/>
                  <a:pt x="514" y="424"/>
                  <a:pt x="512" y="418"/>
                </a:cubicBezTo>
                <a:cubicBezTo>
                  <a:pt x="511" y="416"/>
                  <a:pt x="510" y="414"/>
                  <a:pt x="508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Oval 118"/>
          <p:cNvSpPr/>
          <p:nvPr/>
        </p:nvSpPr>
        <p:spPr>
          <a:xfrm>
            <a:off x="10564813" y="5010150"/>
            <a:ext cx="644525" cy="64293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" name="Freeform 620"/>
          <p:cNvSpPr>
            <a:spLocks noEditPoints="1"/>
          </p:cNvSpPr>
          <p:nvPr/>
        </p:nvSpPr>
        <p:spPr bwMode="auto">
          <a:xfrm>
            <a:off x="10723563" y="5183188"/>
            <a:ext cx="327025" cy="285750"/>
          </a:xfrm>
          <a:custGeom>
            <a:avLst/>
            <a:gdLst>
              <a:gd name="T0" fmla="*/ 0 w 282"/>
              <a:gd name="T1" fmla="*/ 0 h 247"/>
              <a:gd name="T2" fmla="*/ 282 w 282"/>
              <a:gd name="T3" fmla="*/ 0 h 247"/>
              <a:gd name="T4" fmla="*/ 282 w 282"/>
              <a:gd name="T5" fmla="*/ 35 h 247"/>
              <a:gd name="T6" fmla="*/ 0 w 282"/>
              <a:gd name="T7" fmla="*/ 35 h 247"/>
              <a:gd name="T8" fmla="*/ 0 w 282"/>
              <a:gd name="T9" fmla="*/ 0 h 247"/>
              <a:gd name="T10" fmla="*/ 53 w 282"/>
              <a:gd name="T11" fmla="*/ 53 h 247"/>
              <a:gd name="T12" fmla="*/ 229 w 282"/>
              <a:gd name="T13" fmla="*/ 53 h 247"/>
              <a:gd name="T14" fmla="*/ 229 w 282"/>
              <a:gd name="T15" fmla="*/ 88 h 247"/>
              <a:gd name="T16" fmla="*/ 53 w 282"/>
              <a:gd name="T17" fmla="*/ 88 h 247"/>
              <a:gd name="T18" fmla="*/ 53 w 282"/>
              <a:gd name="T19" fmla="*/ 53 h 247"/>
              <a:gd name="T20" fmla="*/ 53 w 282"/>
              <a:gd name="T21" fmla="*/ 159 h 247"/>
              <a:gd name="T22" fmla="*/ 229 w 282"/>
              <a:gd name="T23" fmla="*/ 159 h 247"/>
              <a:gd name="T24" fmla="*/ 229 w 282"/>
              <a:gd name="T25" fmla="*/ 194 h 247"/>
              <a:gd name="T26" fmla="*/ 53 w 282"/>
              <a:gd name="T27" fmla="*/ 194 h 247"/>
              <a:gd name="T28" fmla="*/ 53 w 282"/>
              <a:gd name="T29" fmla="*/ 159 h 247"/>
              <a:gd name="T30" fmla="*/ 0 w 282"/>
              <a:gd name="T31" fmla="*/ 106 h 247"/>
              <a:gd name="T32" fmla="*/ 282 w 282"/>
              <a:gd name="T33" fmla="*/ 106 h 247"/>
              <a:gd name="T34" fmla="*/ 282 w 282"/>
              <a:gd name="T35" fmla="*/ 141 h 247"/>
              <a:gd name="T36" fmla="*/ 0 w 282"/>
              <a:gd name="T37" fmla="*/ 141 h 247"/>
              <a:gd name="T38" fmla="*/ 0 w 282"/>
              <a:gd name="T39" fmla="*/ 106 h 247"/>
              <a:gd name="T40" fmla="*/ 0 w 282"/>
              <a:gd name="T41" fmla="*/ 212 h 247"/>
              <a:gd name="T42" fmla="*/ 282 w 282"/>
              <a:gd name="T43" fmla="*/ 212 h 247"/>
              <a:gd name="T44" fmla="*/ 282 w 282"/>
              <a:gd name="T45" fmla="*/ 247 h 247"/>
              <a:gd name="T46" fmla="*/ 0 w 282"/>
              <a:gd name="T47" fmla="*/ 247 h 247"/>
              <a:gd name="T48" fmla="*/ 0 w 282"/>
              <a:gd name="T49" fmla="*/ 212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82" h="247">
                <a:moveTo>
                  <a:pt x="0" y="0"/>
                </a:moveTo>
                <a:lnTo>
                  <a:pt x="282" y="0"/>
                </a:lnTo>
                <a:lnTo>
                  <a:pt x="282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53" y="53"/>
                </a:moveTo>
                <a:lnTo>
                  <a:pt x="229" y="53"/>
                </a:lnTo>
                <a:lnTo>
                  <a:pt x="229" y="88"/>
                </a:lnTo>
                <a:lnTo>
                  <a:pt x="53" y="88"/>
                </a:lnTo>
                <a:lnTo>
                  <a:pt x="53" y="53"/>
                </a:lnTo>
                <a:close/>
                <a:moveTo>
                  <a:pt x="53" y="159"/>
                </a:moveTo>
                <a:lnTo>
                  <a:pt x="229" y="159"/>
                </a:lnTo>
                <a:lnTo>
                  <a:pt x="229" y="194"/>
                </a:lnTo>
                <a:lnTo>
                  <a:pt x="53" y="194"/>
                </a:lnTo>
                <a:lnTo>
                  <a:pt x="53" y="159"/>
                </a:lnTo>
                <a:close/>
                <a:moveTo>
                  <a:pt x="0" y="106"/>
                </a:moveTo>
                <a:lnTo>
                  <a:pt x="282" y="106"/>
                </a:lnTo>
                <a:lnTo>
                  <a:pt x="282" y="141"/>
                </a:lnTo>
                <a:lnTo>
                  <a:pt x="0" y="141"/>
                </a:lnTo>
                <a:lnTo>
                  <a:pt x="0" y="106"/>
                </a:lnTo>
                <a:close/>
                <a:moveTo>
                  <a:pt x="0" y="212"/>
                </a:moveTo>
                <a:lnTo>
                  <a:pt x="282" y="212"/>
                </a:lnTo>
                <a:lnTo>
                  <a:pt x="282" y="247"/>
                </a:lnTo>
                <a:lnTo>
                  <a:pt x="0" y="247"/>
                </a:lnTo>
                <a:lnTo>
                  <a:pt x="0" y="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688" name="TextBox 35"/>
          <p:cNvSpPr txBox="1"/>
          <p:nvPr/>
        </p:nvSpPr>
        <p:spPr>
          <a:xfrm>
            <a:off x="911225" y="6005513"/>
            <a:ext cx="10074275" cy="2571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1" name="Text Placeholder 2"/>
          <p:cNvSpPr txBox="1"/>
          <p:nvPr/>
        </p:nvSpPr>
        <p:spPr>
          <a:xfrm>
            <a:off x="5870575" y="2246948"/>
            <a:ext cx="4765675" cy="8845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 Although Google Translate provides high-quality translations, it is not built into messaging or calling apps.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3" name="Text Placeholder 2"/>
          <p:cNvSpPr txBox="1"/>
          <p:nvPr/>
        </p:nvSpPr>
        <p:spPr>
          <a:xfrm>
            <a:off x="5870575" y="3298825"/>
            <a:ext cx="4765675" cy="5899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 Users need to copy-paste or switch between apps, making conversations cumbersome.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694" name="Text Placeholder 2"/>
          <p:cNvSpPr txBox="1"/>
          <p:nvPr/>
        </p:nvSpPr>
        <p:spPr>
          <a:xfrm>
            <a:off x="5870575" y="4170998"/>
            <a:ext cx="4765675" cy="8845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  Fully integrated into a communication platform, allowing seamless messaging, voice, and video calls with real-time translation across languages.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296035" y="1065530"/>
            <a:ext cx="10445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Google Translate:</a:t>
            </a:r>
            <a:r>
              <a:rPr lang="en-US" sz="28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</a:t>
            </a:r>
            <a:r>
              <a:rPr lang="en-US" sz="2000">
                <a:solidFill>
                  <a:schemeClr val="bg1"/>
                </a:solidFill>
              </a:rPr>
              <a:t>Excellent tool for translation, supporting over 100 languages.</a:t>
            </a:r>
            <a:endParaRPr 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0" y="2786063"/>
            <a:ext cx="2960688" cy="652463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8331200" y="3411538"/>
            <a:ext cx="3860800" cy="1233488"/>
          </a:xfrm>
          <a:custGeom>
            <a:avLst/>
            <a:gdLst>
              <a:gd name="connsiteX0" fmla="*/ 1422400 w 3759200"/>
              <a:gd name="connsiteY0" fmla="*/ 0 h 1799772"/>
              <a:gd name="connsiteX1" fmla="*/ 3759200 w 3759200"/>
              <a:gd name="connsiteY1" fmla="*/ 0 h 1799772"/>
              <a:gd name="connsiteX2" fmla="*/ 3759200 w 3759200"/>
              <a:gd name="connsiteY2" fmla="*/ 899886 h 1799772"/>
              <a:gd name="connsiteX3" fmla="*/ 2336800 w 3759200"/>
              <a:gd name="connsiteY3" fmla="*/ 899886 h 1799772"/>
              <a:gd name="connsiteX4" fmla="*/ 2336800 w 3759200"/>
              <a:gd name="connsiteY4" fmla="*/ 1799772 h 1799772"/>
              <a:gd name="connsiteX5" fmla="*/ 0 w 3759200"/>
              <a:gd name="connsiteY5" fmla="*/ 1799772 h 1799772"/>
              <a:gd name="connsiteX6" fmla="*/ 0 w 3759200"/>
              <a:gd name="connsiteY6" fmla="*/ 899886 h 1799772"/>
              <a:gd name="connsiteX7" fmla="*/ 1422400 w 3759200"/>
              <a:gd name="connsiteY7" fmla="*/ 899886 h 179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59200" h="1799772">
                <a:moveTo>
                  <a:pt x="1422400" y="0"/>
                </a:moveTo>
                <a:lnTo>
                  <a:pt x="3759200" y="0"/>
                </a:lnTo>
                <a:lnTo>
                  <a:pt x="3759200" y="899886"/>
                </a:lnTo>
                <a:lnTo>
                  <a:pt x="2336800" y="899886"/>
                </a:lnTo>
                <a:lnTo>
                  <a:pt x="2336800" y="1799772"/>
                </a:lnTo>
                <a:lnTo>
                  <a:pt x="0" y="1799772"/>
                </a:lnTo>
                <a:lnTo>
                  <a:pt x="0" y="899886"/>
                </a:lnTo>
                <a:lnTo>
                  <a:pt x="1422400" y="899886"/>
                </a:lnTo>
                <a:close/>
              </a:path>
            </a:pathLst>
          </a:cu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699" name="文本框 11"/>
          <p:cNvSpPr txBox="1"/>
          <p:nvPr/>
        </p:nvSpPr>
        <p:spPr>
          <a:xfrm>
            <a:off x="3446463" y="2633663"/>
            <a:ext cx="4414837" cy="13223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80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THANKS</a:t>
            </a:r>
            <a:endParaRPr lang="zh-CN" altLang="en-US" sz="80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2786063"/>
            <a:ext cx="2960688" cy="349250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31200" y="4340225"/>
            <a:ext cx="2438400" cy="304800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550400" y="3403600"/>
            <a:ext cx="2641600" cy="268288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1" name="图片 28"/>
          <p:cNvPicPr>
            <a:picLocks noChangeAspect="1"/>
          </p:cNvPicPr>
          <p:nvPr/>
        </p:nvPicPr>
        <p:blipFill>
          <a:blip r:embed="rId1"/>
          <a:srcRect l="29385" t="2649" r="9956" b="4039"/>
          <a:stretch>
            <a:fillRect/>
          </a:stretch>
        </p:blipFill>
        <p:spPr>
          <a:xfrm>
            <a:off x="6000750" y="1854200"/>
            <a:ext cx="2095500" cy="1951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2" name="图片 27"/>
          <p:cNvPicPr>
            <a:picLocks noChangeAspect="1"/>
          </p:cNvPicPr>
          <p:nvPr/>
        </p:nvPicPr>
        <p:blipFill>
          <a:blip r:embed="rId2"/>
          <a:srcRect l="14879" t="1617" r="25256"/>
          <a:stretch>
            <a:fillRect/>
          </a:stretch>
        </p:blipFill>
        <p:spPr>
          <a:xfrm>
            <a:off x="-19050" y="1885950"/>
            <a:ext cx="1789113" cy="1919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图片 26"/>
          <p:cNvPicPr>
            <a:picLocks noChangeAspect="1"/>
          </p:cNvPicPr>
          <p:nvPr/>
        </p:nvPicPr>
        <p:blipFill>
          <a:blip r:embed="rId3"/>
          <a:srcRect r="3175" b="6429"/>
          <a:stretch>
            <a:fillRect/>
          </a:stretch>
        </p:blipFill>
        <p:spPr>
          <a:xfrm>
            <a:off x="2649538" y="3808413"/>
            <a:ext cx="2822575" cy="19304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5364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367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Rectangle 7"/>
          <p:cNvSpPr/>
          <p:nvPr/>
        </p:nvSpPr>
        <p:spPr bwMode="auto">
          <a:xfrm>
            <a:off x="8112125" y="1874838"/>
            <a:ext cx="4056063" cy="3852863"/>
          </a:xfrm>
          <a:prstGeom prst="rect">
            <a:avLst/>
          </a:prstGeom>
          <a:solidFill>
            <a:srgbClr val="3EB198"/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9"/>
          <p:cNvSpPr/>
          <p:nvPr/>
        </p:nvSpPr>
        <p:spPr bwMode="auto">
          <a:xfrm>
            <a:off x="1790700" y="1874838"/>
            <a:ext cx="4205288" cy="1925638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Freeform 101"/>
          <p:cNvSpPr>
            <a:spLocks noEditPoints="1"/>
          </p:cNvSpPr>
          <p:nvPr/>
        </p:nvSpPr>
        <p:spPr bwMode="auto">
          <a:xfrm>
            <a:off x="2636838" y="2525713"/>
            <a:ext cx="860425" cy="569913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0" y="3800475"/>
            <a:ext cx="2636838" cy="1927225"/>
          </a:xfrm>
          <a:prstGeom prst="rect">
            <a:avLst/>
          </a:prstGeom>
          <a:solidFill>
            <a:srgbClr val="74CEBB"/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Freeform 157"/>
          <p:cNvSpPr>
            <a:spLocks noEditPoints="1"/>
          </p:cNvSpPr>
          <p:nvPr/>
        </p:nvSpPr>
        <p:spPr bwMode="auto">
          <a:xfrm>
            <a:off x="1049338" y="4106863"/>
            <a:ext cx="536575" cy="655638"/>
          </a:xfrm>
          <a:custGeom>
            <a:avLst/>
            <a:gdLst/>
            <a:ahLst/>
            <a:cxnLst>
              <a:cxn ang="0">
                <a:pos x="41" y="44"/>
              </a:cxn>
              <a:cxn ang="0">
                <a:pos x="35" y="50"/>
              </a:cxn>
              <a:cxn ang="0">
                <a:pos x="5" y="50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35" y="0"/>
              </a:cxn>
              <a:cxn ang="0">
                <a:pos x="41" y="5"/>
              </a:cxn>
              <a:cxn ang="0">
                <a:pos x="41" y="44"/>
              </a:cxn>
              <a:cxn ang="0">
                <a:pos x="36" y="5"/>
              </a:cxn>
              <a:cxn ang="0">
                <a:pos x="35" y="4"/>
              </a:cxn>
              <a:cxn ang="0">
                <a:pos x="5" y="4"/>
              </a:cxn>
              <a:cxn ang="0">
                <a:pos x="4" y="5"/>
              </a:cxn>
              <a:cxn ang="0">
                <a:pos x="4" y="40"/>
              </a:cxn>
              <a:cxn ang="0">
                <a:pos x="5" y="41"/>
              </a:cxn>
              <a:cxn ang="0">
                <a:pos x="35" y="41"/>
              </a:cxn>
              <a:cxn ang="0">
                <a:pos x="36" y="40"/>
              </a:cxn>
              <a:cxn ang="0">
                <a:pos x="36" y="5"/>
              </a:cxn>
              <a:cxn ang="0">
                <a:pos x="20" y="43"/>
              </a:cxn>
              <a:cxn ang="0">
                <a:pos x="18" y="45"/>
              </a:cxn>
              <a:cxn ang="0">
                <a:pos x="20" y="48"/>
              </a:cxn>
              <a:cxn ang="0">
                <a:pos x="23" y="45"/>
              </a:cxn>
              <a:cxn ang="0">
                <a:pos x="20" y="43"/>
              </a:cxn>
            </a:cxnLst>
            <a:rect l="0" t="0" r="r" b="b"/>
            <a:pathLst>
              <a:path w="41" h="50">
                <a:moveTo>
                  <a:pt x="41" y="44"/>
                </a:moveTo>
                <a:cubicBezTo>
                  <a:pt x="41" y="47"/>
                  <a:pt x="38" y="50"/>
                  <a:pt x="35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8" y="0"/>
                  <a:pt x="41" y="2"/>
                  <a:pt x="41" y="5"/>
                </a:cubicBezTo>
                <a:lnTo>
                  <a:pt x="41" y="44"/>
                </a:lnTo>
                <a:close/>
                <a:moveTo>
                  <a:pt x="36" y="5"/>
                </a:moveTo>
                <a:cubicBezTo>
                  <a:pt x="36" y="5"/>
                  <a:pt x="36" y="4"/>
                  <a:pt x="35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4"/>
                  <a:pt x="4" y="5"/>
                  <a:pt x="4" y="5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0"/>
                  <a:pt x="5" y="41"/>
                  <a:pt x="5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0"/>
                  <a:pt x="36" y="40"/>
                </a:cubicBezTo>
                <a:lnTo>
                  <a:pt x="36" y="5"/>
                </a:lnTo>
                <a:close/>
                <a:moveTo>
                  <a:pt x="20" y="43"/>
                </a:moveTo>
                <a:cubicBezTo>
                  <a:pt x="19" y="43"/>
                  <a:pt x="18" y="44"/>
                  <a:pt x="18" y="45"/>
                </a:cubicBezTo>
                <a:cubicBezTo>
                  <a:pt x="18" y="46"/>
                  <a:pt x="19" y="48"/>
                  <a:pt x="20" y="48"/>
                </a:cubicBezTo>
                <a:cubicBezTo>
                  <a:pt x="22" y="48"/>
                  <a:pt x="23" y="46"/>
                  <a:pt x="23" y="45"/>
                </a:cubicBezTo>
                <a:cubicBezTo>
                  <a:pt x="23" y="44"/>
                  <a:pt x="22" y="43"/>
                  <a:pt x="20" y="43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6"/>
          <p:cNvSpPr/>
          <p:nvPr/>
        </p:nvSpPr>
        <p:spPr bwMode="auto">
          <a:xfrm>
            <a:off x="5475288" y="3800475"/>
            <a:ext cx="2636838" cy="1927225"/>
          </a:xfrm>
          <a:prstGeom prst="rect">
            <a:avLst/>
          </a:prstGeom>
          <a:solidFill>
            <a:srgbClr val="2B7D6B"/>
          </a:solidFill>
          <a:ln w="9525">
            <a:noFill/>
            <a:round/>
          </a:ln>
        </p:spPr>
        <p:txBody>
          <a:bodyPr vert="horz" wrap="square" lIns="121682" tIns="60841" rIns="121682" bIns="60841" numCol="1" rtlCol="0" anchor="t" anchorCtr="0" compatLnSpc="1"/>
          <a:lstStyle/>
          <a:p>
            <a:pPr marL="0" marR="0" lvl="0" indent="0" algn="ctr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Freeform 52"/>
          <p:cNvSpPr>
            <a:spLocks noEditPoints="1"/>
          </p:cNvSpPr>
          <p:nvPr/>
        </p:nvSpPr>
        <p:spPr bwMode="auto">
          <a:xfrm>
            <a:off x="6500813" y="4119563"/>
            <a:ext cx="585788" cy="630238"/>
          </a:xfrm>
          <a:custGeom>
            <a:avLst/>
            <a:gdLst/>
            <a:ahLst/>
            <a:cxnLst>
              <a:cxn ang="0">
                <a:pos x="67" y="67"/>
              </a:cxn>
              <a:cxn ang="0">
                <a:pos x="61" y="72"/>
              </a:cxn>
              <a:cxn ang="0">
                <a:pos x="5" y="72"/>
              </a:cxn>
              <a:cxn ang="0">
                <a:pos x="0" y="67"/>
              </a:cxn>
              <a:cxn ang="0">
                <a:pos x="0" y="16"/>
              </a:cxn>
              <a:cxn ang="0">
                <a:pos x="5" y="11"/>
              </a:cxn>
              <a:cxn ang="0">
                <a:pos x="10" y="11"/>
              </a:cxn>
              <a:cxn ang="0">
                <a:pos x="10" y="7"/>
              </a:cxn>
              <a:cxn ang="0">
                <a:pos x="16" y="0"/>
              </a:cxn>
              <a:cxn ang="0">
                <a:pos x="19" y="0"/>
              </a:cxn>
              <a:cxn ang="0">
                <a:pos x="25" y="7"/>
              </a:cxn>
              <a:cxn ang="0">
                <a:pos x="25" y="11"/>
              </a:cxn>
              <a:cxn ang="0">
                <a:pos x="41" y="11"/>
              </a:cxn>
              <a:cxn ang="0">
                <a:pos x="41" y="7"/>
              </a:cxn>
              <a:cxn ang="0">
                <a:pos x="47" y="0"/>
              </a:cxn>
              <a:cxn ang="0">
                <a:pos x="50" y="0"/>
              </a:cxn>
              <a:cxn ang="0">
                <a:pos x="56" y="7"/>
              </a:cxn>
              <a:cxn ang="0">
                <a:pos x="56" y="11"/>
              </a:cxn>
              <a:cxn ang="0">
                <a:pos x="61" y="11"/>
              </a:cxn>
              <a:cxn ang="0">
                <a:pos x="67" y="16"/>
              </a:cxn>
              <a:cxn ang="0">
                <a:pos x="67" y="67"/>
              </a:cxn>
              <a:cxn ang="0">
                <a:pos x="61" y="67"/>
              </a:cxn>
              <a:cxn ang="0">
                <a:pos x="61" y="26"/>
              </a:cxn>
              <a:cxn ang="0">
                <a:pos x="5" y="26"/>
              </a:cxn>
              <a:cxn ang="0">
                <a:pos x="5" y="67"/>
              </a:cxn>
              <a:cxn ang="0">
                <a:pos x="61" y="67"/>
              </a:cxn>
              <a:cxn ang="0">
                <a:pos x="20" y="7"/>
              </a:cxn>
              <a:cxn ang="0">
                <a:pos x="19" y="5"/>
              </a:cxn>
              <a:cxn ang="0">
                <a:pos x="16" y="5"/>
              </a:cxn>
              <a:cxn ang="0">
                <a:pos x="15" y="7"/>
              </a:cxn>
              <a:cxn ang="0">
                <a:pos x="15" y="18"/>
              </a:cxn>
              <a:cxn ang="0">
                <a:pos x="16" y="20"/>
              </a:cxn>
              <a:cxn ang="0">
                <a:pos x="19" y="20"/>
              </a:cxn>
              <a:cxn ang="0">
                <a:pos x="20" y="18"/>
              </a:cxn>
              <a:cxn ang="0">
                <a:pos x="20" y="7"/>
              </a:cxn>
              <a:cxn ang="0">
                <a:pos x="51" y="7"/>
              </a:cxn>
              <a:cxn ang="0">
                <a:pos x="50" y="5"/>
              </a:cxn>
              <a:cxn ang="0">
                <a:pos x="47" y="5"/>
              </a:cxn>
              <a:cxn ang="0">
                <a:pos x="46" y="7"/>
              </a:cxn>
              <a:cxn ang="0">
                <a:pos x="46" y="18"/>
              </a:cxn>
              <a:cxn ang="0">
                <a:pos x="47" y="20"/>
              </a:cxn>
              <a:cxn ang="0">
                <a:pos x="50" y="20"/>
              </a:cxn>
              <a:cxn ang="0">
                <a:pos x="51" y="18"/>
              </a:cxn>
              <a:cxn ang="0">
                <a:pos x="51" y="7"/>
              </a:cxn>
            </a:cxnLst>
            <a:rect l="0" t="0" r="r" b="b"/>
            <a:pathLst>
              <a:path w="67" h="72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12172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75" name="矩形 16"/>
          <p:cNvSpPr/>
          <p:nvPr/>
        </p:nvSpPr>
        <p:spPr>
          <a:xfrm>
            <a:off x="8896350" y="3198813"/>
            <a:ext cx="2652713" cy="1549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76" name="TextBox 13"/>
          <p:cNvSpPr txBox="1"/>
          <p:nvPr/>
        </p:nvSpPr>
        <p:spPr>
          <a:xfrm>
            <a:off x="630238" y="5010150"/>
            <a:ext cx="1376362" cy="2460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77" name="TextBox 13"/>
          <p:cNvSpPr txBox="1"/>
          <p:nvPr/>
        </p:nvSpPr>
        <p:spPr>
          <a:xfrm>
            <a:off x="633413" y="5295900"/>
            <a:ext cx="1571625" cy="184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78" name="TextBox 13"/>
          <p:cNvSpPr txBox="1"/>
          <p:nvPr/>
        </p:nvSpPr>
        <p:spPr>
          <a:xfrm>
            <a:off x="3984625" y="2625725"/>
            <a:ext cx="1377950" cy="2460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79" name="TextBox 13"/>
          <p:cNvSpPr txBox="1"/>
          <p:nvPr/>
        </p:nvSpPr>
        <p:spPr>
          <a:xfrm>
            <a:off x="3989388" y="2911475"/>
            <a:ext cx="1570037" cy="184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80" name="TextBox 13"/>
          <p:cNvSpPr txBox="1"/>
          <p:nvPr/>
        </p:nvSpPr>
        <p:spPr>
          <a:xfrm>
            <a:off x="6080125" y="5010150"/>
            <a:ext cx="1376363" cy="2460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81" name="TextBox 13"/>
          <p:cNvSpPr txBox="1"/>
          <p:nvPr/>
        </p:nvSpPr>
        <p:spPr>
          <a:xfrm>
            <a:off x="6083300" y="5295900"/>
            <a:ext cx="1571625" cy="184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457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9460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461" name="Freeform 6"/>
          <p:cNvSpPr/>
          <p:nvPr/>
        </p:nvSpPr>
        <p:spPr>
          <a:xfrm flipH="1">
            <a:off x="0" y="2311400"/>
            <a:ext cx="5605463" cy="4546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68150" y="319936"/>
              </a:cxn>
              <a:cxn ang="0">
                <a:pos x="2540182" y="628625"/>
              </a:cxn>
              <a:cxn ang="0">
                <a:pos x="2012217" y="1148521"/>
              </a:cxn>
              <a:cxn ang="0">
                <a:pos x="5605740" y="4546595"/>
              </a:cxn>
              <a:cxn ang="0">
                <a:pos x="4061962" y="4546595"/>
              </a:cxn>
              <a:cxn ang="0">
                <a:pos x="2972388" y="3515550"/>
              </a:cxn>
              <a:cxn ang="0">
                <a:pos x="3238958" y="3253102"/>
              </a:cxn>
              <a:cxn ang="0">
                <a:pos x="3482236" y="3014400"/>
              </a:cxn>
              <a:cxn ang="0">
                <a:pos x="3147082" y="2933166"/>
              </a:cxn>
              <a:cxn ang="0">
                <a:pos x="2167501" y="2695713"/>
              </a:cxn>
              <a:cxn ang="0">
                <a:pos x="2170089" y="2695713"/>
              </a:cxn>
              <a:cxn ang="0">
                <a:pos x="2013511" y="2655721"/>
              </a:cxn>
              <a:cxn ang="0">
                <a:pos x="1233211" y="1919618"/>
              </a:cxn>
              <a:cxn ang="0">
                <a:pos x="707835" y="2442014"/>
              </a:cxn>
              <a:cxn ang="0">
                <a:pos x="358446" y="1221007"/>
              </a:cxn>
              <a:cxn ang="0">
                <a:pos x="0" y="0"/>
              </a:cxn>
            </a:cxnLst>
            <a:pathLst>
              <a:path w="4332" h="3638">
                <a:moveTo>
                  <a:pt x="0" y="0"/>
                </a:moveTo>
                <a:lnTo>
                  <a:pt x="980" y="256"/>
                </a:lnTo>
                <a:lnTo>
                  <a:pt x="1963" y="503"/>
                </a:lnTo>
                <a:lnTo>
                  <a:pt x="1555" y="919"/>
                </a:lnTo>
                <a:lnTo>
                  <a:pt x="4332" y="3638"/>
                </a:lnTo>
                <a:lnTo>
                  <a:pt x="3139" y="3638"/>
                </a:lnTo>
                <a:lnTo>
                  <a:pt x="2297" y="2813"/>
                </a:lnTo>
                <a:lnTo>
                  <a:pt x="2503" y="2603"/>
                </a:lnTo>
                <a:lnTo>
                  <a:pt x="2691" y="2412"/>
                </a:lnTo>
                <a:lnTo>
                  <a:pt x="2432" y="2347"/>
                </a:lnTo>
                <a:lnTo>
                  <a:pt x="1675" y="2157"/>
                </a:lnTo>
                <a:lnTo>
                  <a:pt x="1677" y="2157"/>
                </a:lnTo>
                <a:lnTo>
                  <a:pt x="1556" y="2125"/>
                </a:lnTo>
                <a:lnTo>
                  <a:pt x="953" y="1536"/>
                </a:lnTo>
                <a:lnTo>
                  <a:pt x="547" y="1954"/>
                </a:lnTo>
                <a:lnTo>
                  <a:pt x="277" y="977"/>
                </a:lnTo>
                <a:lnTo>
                  <a:pt x="0" y="0"/>
                </a:lnTo>
                <a:close/>
              </a:path>
            </a:pathLst>
          </a:custGeom>
          <a:solidFill>
            <a:srgbClr val="74CEB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9462" name="Freeform 7"/>
          <p:cNvSpPr/>
          <p:nvPr/>
        </p:nvSpPr>
        <p:spPr>
          <a:xfrm flipH="1">
            <a:off x="1938338" y="4946650"/>
            <a:ext cx="2635250" cy="19113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75699" y="246133"/>
              </a:cxn>
              <a:cxn ang="0">
                <a:pos x="1955280" y="484770"/>
              </a:cxn>
              <a:cxn ang="0">
                <a:pos x="1548954" y="884580"/>
              </a:cxn>
              <a:cxn ang="0">
                <a:pos x="2635940" y="1911593"/>
              </a:cxn>
              <a:cxn ang="0">
                <a:pos x="1407905" y="1911593"/>
              </a:cxn>
              <a:cxn ang="0">
                <a:pos x="948524" y="1478049"/>
              </a:cxn>
              <a:cxn ang="0">
                <a:pos x="544787" y="1880358"/>
              </a:cxn>
              <a:cxn ang="0">
                <a:pos x="275628" y="938305"/>
              </a:cxn>
              <a:cxn ang="0">
                <a:pos x="0" y="0"/>
              </a:cxn>
            </a:cxnLst>
            <a:pathLst>
              <a:path w="2037" h="1530">
                <a:moveTo>
                  <a:pt x="0" y="0"/>
                </a:moveTo>
                <a:lnTo>
                  <a:pt x="754" y="197"/>
                </a:lnTo>
                <a:lnTo>
                  <a:pt x="1511" y="388"/>
                </a:lnTo>
                <a:lnTo>
                  <a:pt x="1197" y="708"/>
                </a:lnTo>
                <a:lnTo>
                  <a:pt x="2037" y="1530"/>
                </a:lnTo>
                <a:lnTo>
                  <a:pt x="1088" y="1530"/>
                </a:lnTo>
                <a:lnTo>
                  <a:pt x="733" y="1183"/>
                </a:lnTo>
                <a:lnTo>
                  <a:pt x="421" y="1505"/>
                </a:lnTo>
                <a:lnTo>
                  <a:pt x="213" y="751"/>
                </a:lnTo>
                <a:lnTo>
                  <a:pt x="0" y="0"/>
                </a:lnTo>
                <a:close/>
              </a:path>
            </a:pathLst>
          </a:custGeom>
          <a:solidFill>
            <a:srgbClr val="2B7D6B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11" name="Title 1"/>
          <p:cNvSpPr txBox="1"/>
          <p:nvPr/>
        </p:nvSpPr>
        <p:spPr>
          <a:xfrm>
            <a:off x="6246495" y="2400935"/>
            <a:ext cx="4095750" cy="16256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Business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rgbClr val="3EB198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Presentations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rgbClr val="3EB198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bas Neue" pitchFamily="34" charset="0"/>
                <a:ea typeface="+mj-ea"/>
                <a:cs typeface="+mj-cs"/>
                <a:sym typeface="+mn-ea"/>
              </a:rPr>
              <a:t>All ready</a:t>
            </a:r>
            <a:endParaRPr kumimoji="0" lang="en-US" altLang="zh-CN" sz="426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bas Neue" pitchFamily="34" charset="0"/>
              <a:ea typeface="+mj-ea"/>
              <a:cs typeface="+mj-cs"/>
              <a:sym typeface="+mn-ea"/>
            </a:endParaRPr>
          </a:p>
        </p:txBody>
      </p:sp>
      <p:sp>
        <p:nvSpPr>
          <p:cNvPr id="19464" name="TextBox 20"/>
          <p:cNvSpPr txBox="1"/>
          <p:nvPr/>
        </p:nvSpPr>
        <p:spPr>
          <a:xfrm>
            <a:off x="3429000" y="2819400"/>
            <a:ext cx="2066925" cy="830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4800" dirty="0">
                <a:solidFill>
                  <a:srgbClr val="FFFFFF"/>
                </a:solidFill>
                <a:latin typeface="Bebas Neue"/>
                <a:ea typeface="SimSun" panose="02010600030101010101" pitchFamily="2" charset="-122"/>
              </a:rPr>
              <a:t>2014</a:t>
            </a:r>
            <a:endParaRPr lang="en-US" altLang="zh-CN" sz="4800" dirty="0">
              <a:solidFill>
                <a:srgbClr val="FFFFFF"/>
              </a:solidFill>
              <a:latin typeface="Bebas Neue"/>
              <a:ea typeface="SimSun" panose="02010600030101010101" pitchFamily="2" charset="-122"/>
            </a:endParaRPr>
          </a:p>
        </p:txBody>
      </p:sp>
      <p:sp>
        <p:nvSpPr>
          <p:cNvPr id="13" name="TextBox 21"/>
          <p:cNvSpPr txBox="1"/>
          <p:nvPr/>
        </p:nvSpPr>
        <p:spPr>
          <a:xfrm>
            <a:off x="2828925" y="5360988"/>
            <a:ext cx="1670050" cy="666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735" kern="1200" cap="none" spc="0" normalizeH="0" baseline="0" noProof="0" dirty="0">
                <a:solidFill>
                  <a:prstClr val="white"/>
                </a:solidFill>
                <a:latin typeface="Bebas Neue" pitchFamily="34" charset="0"/>
                <a:ea typeface="+mn-ea"/>
                <a:cs typeface="+mn-cs"/>
                <a:sym typeface="+mn-ea"/>
              </a:rPr>
              <a:t>2013</a:t>
            </a:r>
            <a:endParaRPr kumimoji="0" lang="en-US" sz="3735" kern="1200" cap="none" spc="0" normalizeH="0" baseline="0" noProof="0" dirty="0">
              <a:solidFill>
                <a:prstClr val="white"/>
              </a:solidFill>
              <a:latin typeface="Bebas Neue" pitchFamily="34" charset="0"/>
              <a:ea typeface="+mn-ea"/>
              <a:cs typeface="+mn-cs"/>
              <a:sym typeface="+mn-ea"/>
            </a:endParaRPr>
          </a:p>
        </p:txBody>
      </p:sp>
      <p:sp>
        <p:nvSpPr>
          <p:cNvPr id="19466" name="矩形 13"/>
          <p:cNvSpPr/>
          <p:nvPr/>
        </p:nvSpPr>
        <p:spPr>
          <a:xfrm>
            <a:off x="6353175" y="4441825"/>
            <a:ext cx="4619625" cy="7747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52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532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1497013" y="2230438"/>
            <a:ext cx="9029700" cy="469900"/>
          </a:xfrm>
          <a:prstGeom prst="rect">
            <a:avLst/>
          </a:prstGeom>
          <a:solidFill>
            <a:srgbClr val="3EB19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1CBB9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36"/>
          <p:cNvSpPr/>
          <p:nvPr/>
        </p:nvSpPr>
        <p:spPr>
          <a:xfrm>
            <a:off x="1978025" y="2300288"/>
            <a:ext cx="152558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Open Sans Condensed Light" pitchFamily="34" charset="0"/>
                <a:sym typeface="Arial" panose="020B0604020202020204" pitchFamily="34" charset="0"/>
              </a:rPr>
              <a:t>ADD TITLE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6F6F6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Open Sans Condensed Light" pitchFamily="34" charset="0"/>
              <a:sym typeface="Arial" panose="020B0604020202020204" pitchFamily="34" charset="0"/>
            </a:endParaRPr>
          </a:p>
        </p:txBody>
      </p:sp>
      <p:sp>
        <p:nvSpPr>
          <p:cNvPr id="11" name="Rectangle 37"/>
          <p:cNvSpPr/>
          <p:nvPr/>
        </p:nvSpPr>
        <p:spPr>
          <a:xfrm>
            <a:off x="3770313" y="2767013"/>
            <a:ext cx="6756400" cy="46990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ectangle 47"/>
          <p:cNvSpPr/>
          <p:nvPr/>
        </p:nvSpPr>
        <p:spPr>
          <a:xfrm>
            <a:off x="5916613" y="3303588"/>
            <a:ext cx="4610100" cy="469900"/>
          </a:xfrm>
          <a:prstGeom prst="rect">
            <a:avLst/>
          </a:prstGeom>
          <a:solidFill>
            <a:srgbClr val="2B7D6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Rectangle 51"/>
          <p:cNvSpPr/>
          <p:nvPr/>
        </p:nvSpPr>
        <p:spPr>
          <a:xfrm>
            <a:off x="8027988" y="3852863"/>
            <a:ext cx="2498725" cy="469900"/>
          </a:xfrm>
          <a:prstGeom prst="rect">
            <a:avLst/>
          </a:prstGeom>
          <a:solidFill>
            <a:srgbClr val="74CE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Rectangle 36"/>
          <p:cNvSpPr/>
          <p:nvPr/>
        </p:nvSpPr>
        <p:spPr>
          <a:xfrm>
            <a:off x="4364038" y="2790825"/>
            <a:ext cx="152558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Open Sans Condensed Light" pitchFamily="34" charset="0"/>
                <a:sym typeface="Arial" panose="020B0604020202020204" pitchFamily="34" charset="0"/>
              </a:rPr>
              <a:t>ADD TITLE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Open Sans Condensed Light" pitchFamily="34" charset="0"/>
              <a:sym typeface="Arial" panose="020B0604020202020204" pitchFamily="34" charset="0"/>
            </a:endParaRPr>
          </a:p>
        </p:txBody>
      </p:sp>
      <p:sp>
        <p:nvSpPr>
          <p:cNvPr id="15" name="Rectangle 36"/>
          <p:cNvSpPr/>
          <p:nvPr/>
        </p:nvSpPr>
        <p:spPr>
          <a:xfrm>
            <a:off x="6538913" y="3328988"/>
            <a:ext cx="15271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Open Sans Condensed Light" pitchFamily="34" charset="0"/>
                <a:sym typeface="Arial" panose="020B0604020202020204" pitchFamily="34" charset="0"/>
              </a:rPr>
              <a:t>ADD TITLE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Open Sans Condensed Light" pitchFamily="34" charset="0"/>
              <a:sym typeface="Arial" panose="020B0604020202020204" pitchFamily="34" charset="0"/>
            </a:endParaRPr>
          </a:p>
        </p:txBody>
      </p:sp>
      <p:sp>
        <p:nvSpPr>
          <p:cNvPr id="16" name="Rectangle 36"/>
          <p:cNvSpPr/>
          <p:nvPr/>
        </p:nvSpPr>
        <p:spPr>
          <a:xfrm>
            <a:off x="8520113" y="3889375"/>
            <a:ext cx="15271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Open Sans Condensed Light" pitchFamily="34" charset="0"/>
                <a:sym typeface="Arial" panose="020B0604020202020204" pitchFamily="34" charset="0"/>
              </a:rPr>
              <a:t>ADD TITLE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Open Sans Condensed Light" pitchFamily="34" charset="0"/>
              <a:sym typeface="Arial" panose="020B0604020202020204" pitchFamily="34" charset="0"/>
            </a:endParaRPr>
          </a:p>
        </p:txBody>
      </p:sp>
      <p:sp>
        <p:nvSpPr>
          <p:cNvPr id="22541" name="Freeform 251"/>
          <p:cNvSpPr>
            <a:spLocks noEditPoints="1"/>
          </p:cNvSpPr>
          <p:nvPr/>
        </p:nvSpPr>
        <p:spPr>
          <a:xfrm>
            <a:off x="1601788" y="2338388"/>
            <a:ext cx="271462" cy="254000"/>
          </a:xfrm>
          <a:custGeom>
            <a:avLst/>
            <a:gdLst/>
            <a:ahLst/>
            <a:cxnLst>
              <a:cxn ang="0">
                <a:pos x="239898" y="172936"/>
              </a:cxn>
              <a:cxn ang="0">
                <a:pos x="211038" y="62149"/>
              </a:cxn>
              <a:cxn ang="0">
                <a:pos x="73052" y="32426"/>
              </a:cxn>
              <a:cxn ang="0">
                <a:pos x="28860" y="2702"/>
              </a:cxn>
              <a:cxn ang="0">
                <a:pos x="10822" y="11709"/>
              </a:cxn>
              <a:cxn ang="0">
                <a:pos x="55014" y="51340"/>
              </a:cxn>
              <a:cxn ang="0">
                <a:pos x="119047" y="224277"/>
              </a:cxn>
              <a:cxn ang="0">
                <a:pos x="271463" y="234184"/>
              </a:cxn>
              <a:cxn ang="0">
                <a:pos x="239898" y="172936"/>
              </a:cxn>
              <a:cxn ang="0">
                <a:pos x="218253" y="208965"/>
              </a:cxn>
              <a:cxn ang="0">
                <a:pos x="216449" y="209865"/>
              </a:cxn>
              <a:cxn ang="0">
                <a:pos x="214645" y="208965"/>
              </a:cxn>
              <a:cxn ang="0">
                <a:pos x="143397" y="124298"/>
              </a:cxn>
              <a:cxn ang="0">
                <a:pos x="95598" y="67553"/>
              </a:cxn>
              <a:cxn ang="0">
                <a:pos x="95598" y="63950"/>
              </a:cxn>
              <a:cxn ang="0">
                <a:pos x="98304" y="63950"/>
              </a:cxn>
              <a:cxn ang="0">
                <a:pos x="160533" y="109887"/>
              </a:cxn>
              <a:cxn ang="0">
                <a:pos x="219155" y="206262"/>
              </a:cxn>
              <a:cxn ang="0">
                <a:pos x="218253" y="208965"/>
              </a:cxn>
            </a:cxnLst>
            <a:pathLst>
              <a:path w="301" h="282">
                <a:moveTo>
                  <a:pt x="266" y="192"/>
                </a:moveTo>
                <a:cubicBezTo>
                  <a:pt x="268" y="152"/>
                  <a:pt x="252" y="95"/>
                  <a:pt x="234" y="69"/>
                </a:cubicBezTo>
                <a:cubicBezTo>
                  <a:pt x="197" y="16"/>
                  <a:pt x="116" y="0"/>
                  <a:pt x="81" y="36"/>
                </a:cubicBezTo>
                <a:cubicBezTo>
                  <a:pt x="74" y="43"/>
                  <a:pt x="32" y="3"/>
                  <a:pt x="32" y="3"/>
                </a:cubicBezTo>
                <a:cubicBezTo>
                  <a:pt x="12" y="13"/>
                  <a:pt x="12" y="13"/>
                  <a:pt x="12" y="13"/>
                </a:cubicBezTo>
                <a:cubicBezTo>
                  <a:pt x="61" y="57"/>
                  <a:pt x="61" y="57"/>
                  <a:pt x="61" y="57"/>
                </a:cubicBezTo>
                <a:cubicBezTo>
                  <a:pt x="61" y="57"/>
                  <a:pt x="0" y="152"/>
                  <a:pt x="132" y="249"/>
                </a:cubicBezTo>
                <a:cubicBezTo>
                  <a:pt x="177" y="282"/>
                  <a:pt x="241" y="269"/>
                  <a:pt x="301" y="260"/>
                </a:cubicBezTo>
                <a:cubicBezTo>
                  <a:pt x="301" y="260"/>
                  <a:pt x="265" y="248"/>
                  <a:pt x="266" y="192"/>
                </a:cubicBezTo>
                <a:close/>
                <a:moveTo>
                  <a:pt x="242" y="232"/>
                </a:moveTo>
                <a:cubicBezTo>
                  <a:pt x="241" y="233"/>
                  <a:pt x="241" y="233"/>
                  <a:pt x="240" y="233"/>
                </a:cubicBezTo>
                <a:cubicBezTo>
                  <a:pt x="240" y="233"/>
                  <a:pt x="239" y="232"/>
                  <a:pt x="238" y="232"/>
                </a:cubicBezTo>
                <a:cubicBezTo>
                  <a:pt x="238" y="232"/>
                  <a:pt x="198" y="182"/>
                  <a:pt x="159" y="138"/>
                </a:cubicBezTo>
                <a:cubicBezTo>
                  <a:pt x="115" y="89"/>
                  <a:pt x="106" y="75"/>
                  <a:pt x="106" y="75"/>
                </a:cubicBezTo>
                <a:cubicBezTo>
                  <a:pt x="105" y="74"/>
                  <a:pt x="105" y="72"/>
                  <a:pt x="106" y="71"/>
                </a:cubicBezTo>
                <a:cubicBezTo>
                  <a:pt x="107" y="71"/>
                  <a:pt x="108" y="70"/>
                  <a:pt x="109" y="71"/>
                </a:cubicBezTo>
                <a:cubicBezTo>
                  <a:pt x="109" y="71"/>
                  <a:pt x="144" y="87"/>
                  <a:pt x="178" y="122"/>
                </a:cubicBezTo>
                <a:cubicBezTo>
                  <a:pt x="210" y="156"/>
                  <a:pt x="243" y="229"/>
                  <a:pt x="243" y="229"/>
                </a:cubicBezTo>
                <a:cubicBezTo>
                  <a:pt x="243" y="230"/>
                  <a:pt x="243" y="232"/>
                  <a:pt x="242" y="23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2542" name="Freeform 367"/>
          <p:cNvSpPr>
            <a:spLocks noEditPoints="1"/>
          </p:cNvSpPr>
          <p:nvPr/>
        </p:nvSpPr>
        <p:spPr>
          <a:xfrm>
            <a:off x="3938588" y="2854325"/>
            <a:ext cx="276225" cy="293688"/>
          </a:xfrm>
          <a:custGeom>
            <a:avLst/>
            <a:gdLst/>
            <a:ahLst/>
            <a:cxnLst>
              <a:cxn ang="0">
                <a:pos x="257504" y="196005"/>
              </a:cxn>
              <a:cxn ang="0">
                <a:pos x="240063" y="213359"/>
              </a:cxn>
              <a:cxn ang="0">
                <a:pos x="240063" y="215401"/>
              </a:cxn>
              <a:cxn ang="0">
                <a:pos x="206208" y="237860"/>
              </a:cxn>
              <a:cxn ang="0">
                <a:pos x="164146" y="245006"/>
              </a:cxn>
              <a:cxn ang="0">
                <a:pos x="151835" y="190900"/>
              </a:cxn>
              <a:cxn ang="0">
                <a:pos x="149783" y="123524"/>
              </a:cxn>
              <a:cxn ang="0">
                <a:pos x="198001" y="123524"/>
              </a:cxn>
              <a:cxn ang="0">
                <a:pos x="216467" y="119440"/>
              </a:cxn>
              <a:cxn ang="0">
                <a:pos x="227752" y="125565"/>
              </a:cxn>
              <a:cxn ang="0">
                <a:pos x="242115" y="111273"/>
              </a:cxn>
              <a:cxn ang="0">
                <a:pos x="227752" y="96981"/>
              </a:cxn>
              <a:cxn ang="0">
                <a:pos x="215441" y="103107"/>
              </a:cxn>
              <a:cxn ang="0">
                <a:pos x="148757" y="103107"/>
              </a:cxn>
              <a:cxn ang="0">
                <a:pos x="147731" y="69418"/>
              </a:cxn>
              <a:cxn ang="0">
                <a:pos x="173379" y="35730"/>
              </a:cxn>
              <a:cxn ang="0">
                <a:pos x="137472" y="0"/>
              </a:cxn>
              <a:cxn ang="0">
                <a:pos x="101565" y="35730"/>
              </a:cxn>
              <a:cxn ang="0">
                <a:pos x="127213" y="69418"/>
              </a:cxn>
              <a:cxn ang="0">
                <a:pos x="126187" y="103107"/>
              </a:cxn>
              <a:cxn ang="0">
                <a:pos x="59503" y="103107"/>
              </a:cxn>
              <a:cxn ang="0">
                <a:pos x="47192" y="96981"/>
              </a:cxn>
              <a:cxn ang="0">
                <a:pos x="32829" y="111273"/>
              </a:cxn>
              <a:cxn ang="0">
                <a:pos x="47192" y="125565"/>
              </a:cxn>
              <a:cxn ang="0">
                <a:pos x="58477" y="119440"/>
              </a:cxn>
              <a:cxn ang="0">
                <a:pos x="77969" y="123524"/>
              </a:cxn>
              <a:cxn ang="0">
                <a:pos x="125161" y="123524"/>
              </a:cxn>
              <a:cxn ang="0">
                <a:pos x="123109" y="190900"/>
              </a:cxn>
              <a:cxn ang="0">
                <a:pos x="111824" y="243985"/>
              </a:cxn>
              <a:cxn ang="0">
                <a:pos x="60529" y="231735"/>
              </a:cxn>
              <a:cxn ang="0">
                <a:pos x="34881" y="216422"/>
              </a:cxn>
              <a:cxn ang="0">
                <a:pos x="35907" y="213359"/>
              </a:cxn>
              <a:cxn ang="0">
                <a:pos x="17440" y="196005"/>
              </a:cxn>
              <a:cxn ang="0">
                <a:pos x="0" y="213359"/>
              </a:cxn>
              <a:cxn ang="0">
                <a:pos x="17440" y="231735"/>
              </a:cxn>
              <a:cxn ang="0">
                <a:pos x="21544" y="230714"/>
              </a:cxn>
              <a:cxn ang="0">
                <a:pos x="49244" y="252152"/>
              </a:cxn>
              <a:cxn ang="0">
                <a:pos x="104643" y="278694"/>
              </a:cxn>
              <a:cxn ang="0">
                <a:pos x="138498" y="294007"/>
              </a:cxn>
              <a:cxn ang="0">
                <a:pos x="170301" y="278694"/>
              </a:cxn>
              <a:cxn ang="0">
                <a:pos x="225700" y="252152"/>
              </a:cxn>
              <a:cxn ang="0">
                <a:pos x="253400" y="230714"/>
              </a:cxn>
              <a:cxn ang="0">
                <a:pos x="257504" y="231735"/>
              </a:cxn>
              <a:cxn ang="0">
                <a:pos x="275970" y="213359"/>
              </a:cxn>
              <a:cxn ang="0">
                <a:pos x="257504" y="196005"/>
              </a:cxn>
              <a:cxn ang="0">
                <a:pos x="117980" y="35730"/>
              </a:cxn>
              <a:cxn ang="0">
                <a:pos x="137472" y="16334"/>
              </a:cxn>
              <a:cxn ang="0">
                <a:pos x="155938" y="35730"/>
              </a:cxn>
              <a:cxn ang="0">
                <a:pos x="137472" y="54105"/>
              </a:cxn>
              <a:cxn ang="0">
                <a:pos x="117980" y="35730"/>
              </a:cxn>
            </a:cxnLst>
            <a:pathLst>
              <a:path w="269" h="288">
                <a:moveTo>
                  <a:pt x="251" y="192"/>
                </a:moveTo>
                <a:cubicBezTo>
                  <a:pt x="241" y="192"/>
                  <a:pt x="234" y="200"/>
                  <a:pt x="234" y="209"/>
                </a:cubicBezTo>
                <a:cubicBezTo>
                  <a:pt x="234" y="210"/>
                  <a:pt x="234" y="211"/>
                  <a:pt x="234" y="211"/>
                </a:cubicBezTo>
                <a:cubicBezTo>
                  <a:pt x="226" y="217"/>
                  <a:pt x="215" y="224"/>
                  <a:pt x="201" y="233"/>
                </a:cubicBezTo>
                <a:cubicBezTo>
                  <a:pt x="189" y="240"/>
                  <a:pt x="174" y="241"/>
                  <a:pt x="160" y="240"/>
                </a:cubicBezTo>
                <a:cubicBezTo>
                  <a:pt x="148" y="187"/>
                  <a:pt x="148" y="187"/>
                  <a:pt x="148" y="187"/>
                </a:cubicBezTo>
                <a:cubicBezTo>
                  <a:pt x="148" y="187"/>
                  <a:pt x="147" y="153"/>
                  <a:pt x="146" y="121"/>
                </a:cubicBezTo>
                <a:cubicBezTo>
                  <a:pt x="193" y="121"/>
                  <a:pt x="193" y="121"/>
                  <a:pt x="193" y="121"/>
                </a:cubicBezTo>
                <a:cubicBezTo>
                  <a:pt x="211" y="117"/>
                  <a:pt x="211" y="117"/>
                  <a:pt x="211" y="117"/>
                </a:cubicBezTo>
                <a:cubicBezTo>
                  <a:pt x="213" y="120"/>
                  <a:pt x="217" y="123"/>
                  <a:pt x="222" y="123"/>
                </a:cubicBezTo>
                <a:cubicBezTo>
                  <a:pt x="230" y="123"/>
                  <a:pt x="236" y="116"/>
                  <a:pt x="236" y="109"/>
                </a:cubicBezTo>
                <a:cubicBezTo>
                  <a:pt x="236" y="101"/>
                  <a:pt x="230" y="95"/>
                  <a:pt x="222" y="95"/>
                </a:cubicBezTo>
                <a:cubicBezTo>
                  <a:pt x="217" y="95"/>
                  <a:pt x="213" y="97"/>
                  <a:pt x="210" y="101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87"/>
                  <a:pt x="144" y="75"/>
                  <a:pt x="144" y="68"/>
                </a:cubicBezTo>
                <a:cubicBezTo>
                  <a:pt x="158" y="63"/>
                  <a:pt x="169" y="50"/>
                  <a:pt x="169" y="35"/>
                </a:cubicBezTo>
                <a:cubicBezTo>
                  <a:pt x="169" y="16"/>
                  <a:pt x="153" y="0"/>
                  <a:pt x="134" y="0"/>
                </a:cubicBezTo>
                <a:cubicBezTo>
                  <a:pt x="115" y="0"/>
                  <a:pt x="99" y="16"/>
                  <a:pt x="99" y="35"/>
                </a:cubicBezTo>
                <a:cubicBezTo>
                  <a:pt x="99" y="50"/>
                  <a:pt x="110" y="64"/>
                  <a:pt x="124" y="68"/>
                </a:cubicBezTo>
                <a:cubicBezTo>
                  <a:pt x="124" y="75"/>
                  <a:pt x="124" y="87"/>
                  <a:pt x="123" y="101"/>
                </a:cubicBezTo>
                <a:cubicBezTo>
                  <a:pt x="58" y="101"/>
                  <a:pt x="58" y="101"/>
                  <a:pt x="58" y="101"/>
                </a:cubicBezTo>
                <a:cubicBezTo>
                  <a:pt x="55" y="97"/>
                  <a:pt x="51" y="95"/>
                  <a:pt x="46" y="95"/>
                </a:cubicBezTo>
                <a:cubicBezTo>
                  <a:pt x="38" y="95"/>
                  <a:pt x="32" y="101"/>
                  <a:pt x="32" y="109"/>
                </a:cubicBezTo>
                <a:cubicBezTo>
                  <a:pt x="32" y="116"/>
                  <a:pt x="38" y="123"/>
                  <a:pt x="46" y="123"/>
                </a:cubicBezTo>
                <a:cubicBezTo>
                  <a:pt x="51" y="123"/>
                  <a:pt x="55" y="120"/>
                  <a:pt x="57" y="117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122" y="121"/>
                  <a:pt x="122" y="121"/>
                  <a:pt x="122" y="121"/>
                </a:cubicBezTo>
                <a:cubicBezTo>
                  <a:pt x="121" y="153"/>
                  <a:pt x="120" y="187"/>
                  <a:pt x="120" y="187"/>
                </a:cubicBezTo>
                <a:cubicBezTo>
                  <a:pt x="109" y="239"/>
                  <a:pt x="109" y="239"/>
                  <a:pt x="109" y="239"/>
                </a:cubicBezTo>
                <a:cubicBezTo>
                  <a:pt x="91" y="239"/>
                  <a:pt x="73" y="237"/>
                  <a:pt x="59" y="227"/>
                </a:cubicBezTo>
                <a:cubicBezTo>
                  <a:pt x="49" y="221"/>
                  <a:pt x="41" y="217"/>
                  <a:pt x="34" y="212"/>
                </a:cubicBezTo>
                <a:cubicBezTo>
                  <a:pt x="35" y="211"/>
                  <a:pt x="35" y="210"/>
                  <a:pt x="35" y="209"/>
                </a:cubicBezTo>
                <a:cubicBezTo>
                  <a:pt x="35" y="200"/>
                  <a:pt x="27" y="192"/>
                  <a:pt x="17" y="192"/>
                </a:cubicBezTo>
                <a:cubicBezTo>
                  <a:pt x="8" y="192"/>
                  <a:pt x="0" y="200"/>
                  <a:pt x="0" y="209"/>
                </a:cubicBezTo>
                <a:cubicBezTo>
                  <a:pt x="0" y="219"/>
                  <a:pt x="8" y="227"/>
                  <a:pt x="17" y="227"/>
                </a:cubicBezTo>
                <a:cubicBezTo>
                  <a:pt x="19" y="227"/>
                  <a:pt x="20" y="227"/>
                  <a:pt x="21" y="226"/>
                </a:cubicBezTo>
                <a:cubicBezTo>
                  <a:pt x="28" y="232"/>
                  <a:pt x="37" y="239"/>
                  <a:pt x="48" y="247"/>
                </a:cubicBezTo>
                <a:cubicBezTo>
                  <a:pt x="64" y="257"/>
                  <a:pt x="82" y="267"/>
                  <a:pt x="102" y="273"/>
                </a:cubicBezTo>
                <a:cubicBezTo>
                  <a:pt x="105" y="274"/>
                  <a:pt x="128" y="288"/>
                  <a:pt x="135" y="288"/>
                </a:cubicBezTo>
                <a:cubicBezTo>
                  <a:pt x="141" y="288"/>
                  <a:pt x="161" y="276"/>
                  <a:pt x="166" y="273"/>
                </a:cubicBezTo>
                <a:cubicBezTo>
                  <a:pt x="186" y="267"/>
                  <a:pt x="205" y="257"/>
                  <a:pt x="220" y="247"/>
                </a:cubicBezTo>
                <a:cubicBezTo>
                  <a:pt x="231" y="239"/>
                  <a:pt x="241" y="232"/>
                  <a:pt x="247" y="226"/>
                </a:cubicBezTo>
                <a:cubicBezTo>
                  <a:pt x="248" y="227"/>
                  <a:pt x="250" y="227"/>
                  <a:pt x="251" y="227"/>
                </a:cubicBezTo>
                <a:cubicBezTo>
                  <a:pt x="261" y="227"/>
                  <a:pt x="269" y="219"/>
                  <a:pt x="269" y="209"/>
                </a:cubicBezTo>
                <a:cubicBezTo>
                  <a:pt x="269" y="200"/>
                  <a:pt x="261" y="192"/>
                  <a:pt x="251" y="192"/>
                </a:cubicBezTo>
                <a:close/>
                <a:moveTo>
                  <a:pt x="115" y="35"/>
                </a:moveTo>
                <a:cubicBezTo>
                  <a:pt x="115" y="25"/>
                  <a:pt x="124" y="16"/>
                  <a:pt x="134" y="16"/>
                </a:cubicBezTo>
                <a:cubicBezTo>
                  <a:pt x="144" y="16"/>
                  <a:pt x="152" y="25"/>
                  <a:pt x="152" y="35"/>
                </a:cubicBezTo>
                <a:cubicBezTo>
                  <a:pt x="152" y="45"/>
                  <a:pt x="144" y="53"/>
                  <a:pt x="134" y="53"/>
                </a:cubicBezTo>
                <a:cubicBezTo>
                  <a:pt x="124" y="53"/>
                  <a:pt x="115" y="45"/>
                  <a:pt x="115" y="3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102513" y="3409113"/>
            <a:ext cx="264542" cy="295347"/>
            <a:chOff x="6016626" y="5110164"/>
            <a:chExt cx="231775" cy="258763"/>
          </a:xfrm>
          <a:solidFill>
            <a:schemeClr val="bg1"/>
          </a:solidFill>
        </p:grpSpPr>
        <p:sp>
          <p:nvSpPr>
            <p:cNvPr id="20" name="Rectangle 74"/>
            <p:cNvSpPr>
              <a:spLocks noChangeArrowheads="1"/>
            </p:cNvSpPr>
            <p:nvPr/>
          </p:nvSpPr>
          <p:spPr bwMode="auto">
            <a:xfrm>
              <a:off x="6119813" y="5281614"/>
              <a:ext cx="23813" cy="87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" name="Freeform 75"/>
            <p:cNvSpPr/>
            <p:nvPr/>
          </p:nvSpPr>
          <p:spPr bwMode="auto">
            <a:xfrm>
              <a:off x="6016626" y="5110164"/>
              <a:ext cx="207963" cy="73025"/>
            </a:xfrm>
            <a:custGeom>
              <a:avLst/>
              <a:gdLst>
                <a:gd name="T0" fmla="*/ 115 w 231"/>
                <a:gd name="T1" fmla="*/ 28 h 81"/>
                <a:gd name="T2" fmla="*/ 30 w 231"/>
                <a:gd name="T3" fmla="*/ 28 h 81"/>
                <a:gd name="T4" fmla="*/ 25 w 231"/>
                <a:gd name="T5" fmla="*/ 30 h 81"/>
                <a:gd name="T6" fmla="*/ 2 w 231"/>
                <a:gd name="T7" fmla="*/ 50 h 81"/>
                <a:gd name="T8" fmla="*/ 0 w 231"/>
                <a:gd name="T9" fmla="*/ 54 h 81"/>
                <a:gd name="T10" fmla="*/ 0 w 231"/>
                <a:gd name="T11" fmla="*/ 55 h 81"/>
                <a:gd name="T12" fmla="*/ 2 w 231"/>
                <a:gd name="T13" fmla="*/ 60 h 81"/>
                <a:gd name="T14" fmla="*/ 25 w 231"/>
                <a:gd name="T15" fmla="*/ 79 h 81"/>
                <a:gd name="T16" fmla="*/ 30 w 231"/>
                <a:gd name="T17" fmla="*/ 81 h 81"/>
                <a:gd name="T18" fmla="*/ 229 w 231"/>
                <a:gd name="T19" fmla="*/ 81 h 81"/>
                <a:gd name="T20" fmla="*/ 231 w 231"/>
                <a:gd name="T21" fmla="*/ 78 h 81"/>
                <a:gd name="T22" fmla="*/ 231 w 231"/>
                <a:gd name="T23" fmla="*/ 31 h 81"/>
                <a:gd name="T24" fmla="*/ 229 w 231"/>
                <a:gd name="T25" fmla="*/ 28 h 81"/>
                <a:gd name="T26" fmla="*/ 142 w 231"/>
                <a:gd name="T27" fmla="*/ 28 h 81"/>
                <a:gd name="T28" fmla="*/ 142 w 231"/>
                <a:gd name="T29" fmla="*/ 13 h 81"/>
                <a:gd name="T30" fmla="*/ 142 w 231"/>
                <a:gd name="T31" fmla="*/ 0 h 81"/>
                <a:gd name="T32" fmla="*/ 115 w 231"/>
                <a:gd name="T33" fmla="*/ 0 h 81"/>
                <a:gd name="T34" fmla="*/ 115 w 231"/>
                <a:gd name="T35" fmla="*/ 13 h 81"/>
                <a:gd name="T36" fmla="*/ 115 w 231"/>
                <a:gd name="T37" fmla="*/ 2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1" h="81">
                  <a:moveTo>
                    <a:pt x="115" y="28"/>
                  </a:moveTo>
                  <a:cubicBezTo>
                    <a:pt x="30" y="28"/>
                    <a:pt x="30" y="28"/>
                    <a:pt x="30" y="28"/>
                  </a:cubicBezTo>
                  <a:cubicBezTo>
                    <a:pt x="28" y="28"/>
                    <a:pt x="26" y="29"/>
                    <a:pt x="25" y="3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1"/>
                    <a:pt x="0" y="53"/>
                    <a:pt x="0" y="54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6"/>
                    <a:pt x="1" y="59"/>
                    <a:pt x="2" y="60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6" y="80"/>
                    <a:pt x="28" y="81"/>
                    <a:pt x="30" y="81"/>
                  </a:cubicBezTo>
                  <a:cubicBezTo>
                    <a:pt x="229" y="81"/>
                    <a:pt x="229" y="81"/>
                    <a:pt x="229" y="81"/>
                  </a:cubicBezTo>
                  <a:cubicBezTo>
                    <a:pt x="230" y="81"/>
                    <a:pt x="231" y="80"/>
                    <a:pt x="231" y="78"/>
                  </a:cubicBezTo>
                  <a:cubicBezTo>
                    <a:pt x="231" y="31"/>
                    <a:pt x="231" y="31"/>
                    <a:pt x="231" y="31"/>
                  </a:cubicBezTo>
                  <a:cubicBezTo>
                    <a:pt x="231" y="30"/>
                    <a:pt x="230" y="28"/>
                    <a:pt x="229" y="28"/>
                  </a:cubicBezTo>
                  <a:cubicBezTo>
                    <a:pt x="142" y="28"/>
                    <a:pt x="142" y="28"/>
                    <a:pt x="142" y="28"/>
                  </a:cubicBezTo>
                  <a:cubicBezTo>
                    <a:pt x="142" y="13"/>
                    <a:pt x="142" y="13"/>
                    <a:pt x="142" y="13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" name="Freeform 76"/>
            <p:cNvSpPr/>
            <p:nvPr/>
          </p:nvSpPr>
          <p:spPr bwMode="auto">
            <a:xfrm>
              <a:off x="6040438" y="5197476"/>
              <a:ext cx="207963" cy="71438"/>
            </a:xfrm>
            <a:custGeom>
              <a:avLst/>
              <a:gdLst>
                <a:gd name="T0" fmla="*/ 89 w 231"/>
                <a:gd name="T1" fmla="*/ 27 h 80"/>
                <a:gd name="T2" fmla="*/ 3 w 231"/>
                <a:gd name="T3" fmla="*/ 27 h 80"/>
                <a:gd name="T4" fmla="*/ 0 w 231"/>
                <a:gd name="T5" fmla="*/ 30 h 80"/>
                <a:gd name="T6" fmla="*/ 0 w 231"/>
                <a:gd name="T7" fmla="*/ 77 h 80"/>
                <a:gd name="T8" fmla="*/ 3 w 231"/>
                <a:gd name="T9" fmla="*/ 80 h 80"/>
                <a:gd name="T10" fmla="*/ 202 w 231"/>
                <a:gd name="T11" fmla="*/ 80 h 80"/>
                <a:gd name="T12" fmla="*/ 206 w 231"/>
                <a:gd name="T13" fmla="*/ 78 h 80"/>
                <a:gd name="T14" fmla="*/ 229 w 231"/>
                <a:gd name="T15" fmla="*/ 59 h 80"/>
                <a:gd name="T16" fmla="*/ 231 w 231"/>
                <a:gd name="T17" fmla="*/ 54 h 80"/>
                <a:gd name="T18" fmla="*/ 231 w 231"/>
                <a:gd name="T19" fmla="*/ 53 h 80"/>
                <a:gd name="T20" fmla="*/ 229 w 231"/>
                <a:gd name="T21" fmla="*/ 49 h 80"/>
                <a:gd name="T22" fmla="*/ 206 w 231"/>
                <a:gd name="T23" fmla="*/ 29 h 80"/>
                <a:gd name="T24" fmla="*/ 202 w 231"/>
                <a:gd name="T25" fmla="*/ 27 h 80"/>
                <a:gd name="T26" fmla="*/ 116 w 231"/>
                <a:gd name="T27" fmla="*/ 27 h 80"/>
                <a:gd name="T28" fmla="*/ 116 w 231"/>
                <a:gd name="T29" fmla="*/ 12 h 80"/>
                <a:gd name="T30" fmla="*/ 116 w 231"/>
                <a:gd name="T31" fmla="*/ 1 h 80"/>
                <a:gd name="T32" fmla="*/ 116 w 231"/>
                <a:gd name="T33" fmla="*/ 0 h 80"/>
                <a:gd name="T34" fmla="*/ 89 w 231"/>
                <a:gd name="T35" fmla="*/ 0 h 80"/>
                <a:gd name="T36" fmla="*/ 89 w 231"/>
                <a:gd name="T37" fmla="*/ 1 h 80"/>
                <a:gd name="T38" fmla="*/ 89 w 231"/>
                <a:gd name="T39" fmla="*/ 12 h 80"/>
                <a:gd name="T40" fmla="*/ 89 w 231"/>
                <a:gd name="T41" fmla="*/ 2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1" h="80">
                  <a:moveTo>
                    <a:pt x="8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1" y="27"/>
                    <a:pt x="0" y="29"/>
                    <a:pt x="0" y="3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9"/>
                    <a:pt x="1" y="80"/>
                    <a:pt x="3" y="80"/>
                  </a:cubicBezTo>
                  <a:cubicBezTo>
                    <a:pt x="202" y="80"/>
                    <a:pt x="202" y="80"/>
                    <a:pt x="202" y="80"/>
                  </a:cubicBezTo>
                  <a:cubicBezTo>
                    <a:pt x="203" y="80"/>
                    <a:pt x="205" y="79"/>
                    <a:pt x="206" y="78"/>
                  </a:cubicBezTo>
                  <a:cubicBezTo>
                    <a:pt x="229" y="59"/>
                    <a:pt x="229" y="59"/>
                    <a:pt x="229" y="59"/>
                  </a:cubicBezTo>
                  <a:cubicBezTo>
                    <a:pt x="230" y="58"/>
                    <a:pt x="231" y="55"/>
                    <a:pt x="231" y="54"/>
                  </a:cubicBezTo>
                  <a:cubicBezTo>
                    <a:pt x="231" y="53"/>
                    <a:pt x="231" y="53"/>
                    <a:pt x="231" y="53"/>
                  </a:cubicBezTo>
                  <a:cubicBezTo>
                    <a:pt x="231" y="52"/>
                    <a:pt x="230" y="50"/>
                    <a:pt x="229" y="49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5" y="28"/>
                    <a:pt x="203" y="27"/>
                    <a:pt x="202" y="27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6" y="12"/>
                    <a:pt x="116" y="12"/>
                    <a:pt x="116" y="12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2"/>
                    <a:pt x="89" y="12"/>
                    <a:pt x="89" y="12"/>
                  </a:cubicBezTo>
                  <a:lnTo>
                    <a:pt x="89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221002" y="3958149"/>
            <a:ext cx="227013" cy="258763"/>
            <a:chOff x="3943350" y="5629276"/>
            <a:chExt cx="227013" cy="258763"/>
          </a:xfrm>
          <a:solidFill>
            <a:schemeClr val="bg1"/>
          </a:solidFill>
        </p:grpSpPr>
        <p:sp>
          <p:nvSpPr>
            <p:cNvPr id="24" name="Freeform 426"/>
            <p:cNvSpPr>
              <a:spLocks noEditPoints="1"/>
            </p:cNvSpPr>
            <p:nvPr/>
          </p:nvSpPr>
          <p:spPr bwMode="auto">
            <a:xfrm>
              <a:off x="4095750" y="5629276"/>
              <a:ext cx="74613" cy="258763"/>
            </a:xfrm>
            <a:custGeom>
              <a:avLst/>
              <a:gdLst>
                <a:gd name="T0" fmla="*/ 0 w 47"/>
                <a:gd name="T1" fmla="*/ 0 h 163"/>
                <a:gd name="T2" fmla="*/ 0 w 47"/>
                <a:gd name="T3" fmla="*/ 163 h 163"/>
                <a:gd name="T4" fmla="*/ 47 w 47"/>
                <a:gd name="T5" fmla="*/ 163 h 163"/>
                <a:gd name="T6" fmla="*/ 47 w 47"/>
                <a:gd name="T7" fmla="*/ 0 h 163"/>
                <a:gd name="T8" fmla="*/ 0 w 47"/>
                <a:gd name="T9" fmla="*/ 0 h 163"/>
                <a:gd name="T10" fmla="*/ 34 w 47"/>
                <a:gd name="T11" fmla="*/ 122 h 163"/>
                <a:gd name="T12" fmla="*/ 13 w 47"/>
                <a:gd name="T13" fmla="*/ 122 h 163"/>
                <a:gd name="T14" fmla="*/ 13 w 47"/>
                <a:gd name="T15" fmla="*/ 102 h 163"/>
                <a:gd name="T16" fmla="*/ 34 w 47"/>
                <a:gd name="T17" fmla="*/ 102 h 163"/>
                <a:gd name="T18" fmla="*/ 34 w 47"/>
                <a:gd name="T19" fmla="*/ 122 h 163"/>
                <a:gd name="T20" fmla="*/ 34 w 47"/>
                <a:gd name="T21" fmla="*/ 81 h 163"/>
                <a:gd name="T22" fmla="*/ 13 w 47"/>
                <a:gd name="T23" fmla="*/ 81 h 163"/>
                <a:gd name="T24" fmla="*/ 13 w 47"/>
                <a:gd name="T25" fmla="*/ 61 h 163"/>
                <a:gd name="T26" fmla="*/ 34 w 47"/>
                <a:gd name="T27" fmla="*/ 61 h 163"/>
                <a:gd name="T28" fmla="*/ 34 w 47"/>
                <a:gd name="T29" fmla="*/ 81 h 163"/>
                <a:gd name="T30" fmla="*/ 34 w 47"/>
                <a:gd name="T31" fmla="*/ 41 h 163"/>
                <a:gd name="T32" fmla="*/ 13 w 47"/>
                <a:gd name="T33" fmla="*/ 41 h 163"/>
                <a:gd name="T34" fmla="*/ 13 w 47"/>
                <a:gd name="T35" fmla="*/ 20 h 163"/>
                <a:gd name="T36" fmla="*/ 34 w 47"/>
                <a:gd name="T37" fmla="*/ 20 h 163"/>
                <a:gd name="T38" fmla="*/ 34 w 47"/>
                <a:gd name="T39" fmla="*/ 41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" h="163">
                  <a:moveTo>
                    <a:pt x="0" y="0"/>
                  </a:moveTo>
                  <a:lnTo>
                    <a:pt x="0" y="163"/>
                  </a:lnTo>
                  <a:lnTo>
                    <a:pt x="47" y="163"/>
                  </a:lnTo>
                  <a:lnTo>
                    <a:pt x="47" y="0"/>
                  </a:lnTo>
                  <a:lnTo>
                    <a:pt x="0" y="0"/>
                  </a:lnTo>
                  <a:close/>
                  <a:moveTo>
                    <a:pt x="34" y="122"/>
                  </a:moveTo>
                  <a:lnTo>
                    <a:pt x="13" y="122"/>
                  </a:lnTo>
                  <a:lnTo>
                    <a:pt x="13" y="102"/>
                  </a:lnTo>
                  <a:lnTo>
                    <a:pt x="34" y="102"/>
                  </a:lnTo>
                  <a:lnTo>
                    <a:pt x="34" y="122"/>
                  </a:lnTo>
                  <a:close/>
                  <a:moveTo>
                    <a:pt x="34" y="81"/>
                  </a:moveTo>
                  <a:lnTo>
                    <a:pt x="13" y="81"/>
                  </a:lnTo>
                  <a:lnTo>
                    <a:pt x="13" y="61"/>
                  </a:lnTo>
                  <a:lnTo>
                    <a:pt x="34" y="61"/>
                  </a:lnTo>
                  <a:lnTo>
                    <a:pt x="34" y="81"/>
                  </a:lnTo>
                  <a:close/>
                  <a:moveTo>
                    <a:pt x="34" y="41"/>
                  </a:moveTo>
                  <a:lnTo>
                    <a:pt x="13" y="41"/>
                  </a:lnTo>
                  <a:lnTo>
                    <a:pt x="13" y="20"/>
                  </a:lnTo>
                  <a:lnTo>
                    <a:pt x="34" y="20"/>
                  </a:lnTo>
                  <a:lnTo>
                    <a:pt x="34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5" name="Freeform 427"/>
            <p:cNvSpPr>
              <a:spLocks noEditPoints="1"/>
            </p:cNvSpPr>
            <p:nvPr/>
          </p:nvSpPr>
          <p:spPr bwMode="auto">
            <a:xfrm>
              <a:off x="3943350" y="5664201"/>
              <a:ext cx="130175" cy="223838"/>
            </a:xfrm>
            <a:custGeom>
              <a:avLst/>
              <a:gdLst>
                <a:gd name="T0" fmla="*/ 68 w 82"/>
                <a:gd name="T1" fmla="*/ 7 h 141"/>
                <a:gd name="T2" fmla="*/ 38 w 82"/>
                <a:gd name="T3" fmla="*/ 7 h 141"/>
                <a:gd name="T4" fmla="*/ 38 w 82"/>
                <a:gd name="T5" fmla="*/ 19 h 141"/>
                <a:gd name="T6" fmla="*/ 19 w 82"/>
                <a:gd name="T7" fmla="*/ 19 h 141"/>
                <a:gd name="T8" fmla="*/ 19 w 82"/>
                <a:gd name="T9" fmla="*/ 0 h 141"/>
                <a:gd name="T10" fmla="*/ 12 w 82"/>
                <a:gd name="T11" fmla="*/ 0 h 141"/>
                <a:gd name="T12" fmla="*/ 12 w 82"/>
                <a:gd name="T13" fmla="*/ 19 h 141"/>
                <a:gd name="T14" fmla="*/ 0 w 82"/>
                <a:gd name="T15" fmla="*/ 19 h 141"/>
                <a:gd name="T16" fmla="*/ 0 w 82"/>
                <a:gd name="T17" fmla="*/ 141 h 141"/>
                <a:gd name="T18" fmla="*/ 82 w 82"/>
                <a:gd name="T19" fmla="*/ 141 h 141"/>
                <a:gd name="T20" fmla="*/ 82 w 82"/>
                <a:gd name="T21" fmla="*/ 19 h 141"/>
                <a:gd name="T22" fmla="*/ 68 w 82"/>
                <a:gd name="T23" fmla="*/ 19 h 141"/>
                <a:gd name="T24" fmla="*/ 68 w 82"/>
                <a:gd name="T25" fmla="*/ 7 h 141"/>
                <a:gd name="T26" fmla="*/ 33 w 82"/>
                <a:gd name="T27" fmla="*/ 100 h 141"/>
                <a:gd name="T28" fmla="*/ 13 w 82"/>
                <a:gd name="T29" fmla="*/ 100 h 141"/>
                <a:gd name="T30" fmla="*/ 13 w 82"/>
                <a:gd name="T31" fmla="*/ 80 h 141"/>
                <a:gd name="T32" fmla="*/ 33 w 82"/>
                <a:gd name="T33" fmla="*/ 80 h 141"/>
                <a:gd name="T34" fmla="*/ 33 w 82"/>
                <a:gd name="T35" fmla="*/ 100 h 141"/>
                <a:gd name="T36" fmla="*/ 33 w 82"/>
                <a:gd name="T37" fmla="*/ 59 h 141"/>
                <a:gd name="T38" fmla="*/ 13 w 82"/>
                <a:gd name="T39" fmla="*/ 59 h 141"/>
                <a:gd name="T40" fmla="*/ 13 w 82"/>
                <a:gd name="T41" fmla="*/ 39 h 141"/>
                <a:gd name="T42" fmla="*/ 33 w 82"/>
                <a:gd name="T43" fmla="*/ 39 h 141"/>
                <a:gd name="T44" fmla="*/ 33 w 82"/>
                <a:gd name="T45" fmla="*/ 59 h 141"/>
                <a:gd name="T46" fmla="*/ 68 w 82"/>
                <a:gd name="T47" fmla="*/ 100 h 141"/>
                <a:gd name="T48" fmla="*/ 48 w 82"/>
                <a:gd name="T49" fmla="*/ 100 h 141"/>
                <a:gd name="T50" fmla="*/ 48 w 82"/>
                <a:gd name="T51" fmla="*/ 80 h 141"/>
                <a:gd name="T52" fmla="*/ 68 w 82"/>
                <a:gd name="T53" fmla="*/ 80 h 141"/>
                <a:gd name="T54" fmla="*/ 68 w 82"/>
                <a:gd name="T55" fmla="*/ 100 h 141"/>
                <a:gd name="T56" fmla="*/ 68 w 82"/>
                <a:gd name="T57" fmla="*/ 59 h 141"/>
                <a:gd name="T58" fmla="*/ 48 w 82"/>
                <a:gd name="T59" fmla="*/ 59 h 141"/>
                <a:gd name="T60" fmla="*/ 48 w 82"/>
                <a:gd name="T61" fmla="*/ 39 h 141"/>
                <a:gd name="T62" fmla="*/ 68 w 82"/>
                <a:gd name="T63" fmla="*/ 39 h 141"/>
                <a:gd name="T64" fmla="*/ 68 w 82"/>
                <a:gd name="T65" fmla="*/ 5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2" h="141">
                  <a:moveTo>
                    <a:pt x="68" y="7"/>
                  </a:moveTo>
                  <a:lnTo>
                    <a:pt x="38" y="7"/>
                  </a:lnTo>
                  <a:lnTo>
                    <a:pt x="38" y="19"/>
                  </a:lnTo>
                  <a:lnTo>
                    <a:pt x="19" y="19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12" y="19"/>
                  </a:lnTo>
                  <a:lnTo>
                    <a:pt x="0" y="19"/>
                  </a:lnTo>
                  <a:lnTo>
                    <a:pt x="0" y="141"/>
                  </a:lnTo>
                  <a:lnTo>
                    <a:pt x="82" y="141"/>
                  </a:lnTo>
                  <a:lnTo>
                    <a:pt x="82" y="19"/>
                  </a:lnTo>
                  <a:lnTo>
                    <a:pt x="68" y="19"/>
                  </a:lnTo>
                  <a:lnTo>
                    <a:pt x="68" y="7"/>
                  </a:lnTo>
                  <a:close/>
                  <a:moveTo>
                    <a:pt x="33" y="100"/>
                  </a:moveTo>
                  <a:lnTo>
                    <a:pt x="13" y="100"/>
                  </a:lnTo>
                  <a:lnTo>
                    <a:pt x="13" y="80"/>
                  </a:lnTo>
                  <a:lnTo>
                    <a:pt x="33" y="80"/>
                  </a:lnTo>
                  <a:lnTo>
                    <a:pt x="33" y="100"/>
                  </a:lnTo>
                  <a:close/>
                  <a:moveTo>
                    <a:pt x="33" y="59"/>
                  </a:moveTo>
                  <a:lnTo>
                    <a:pt x="13" y="59"/>
                  </a:lnTo>
                  <a:lnTo>
                    <a:pt x="13" y="39"/>
                  </a:lnTo>
                  <a:lnTo>
                    <a:pt x="33" y="39"/>
                  </a:lnTo>
                  <a:lnTo>
                    <a:pt x="33" y="59"/>
                  </a:lnTo>
                  <a:close/>
                  <a:moveTo>
                    <a:pt x="68" y="100"/>
                  </a:moveTo>
                  <a:lnTo>
                    <a:pt x="48" y="100"/>
                  </a:lnTo>
                  <a:lnTo>
                    <a:pt x="48" y="80"/>
                  </a:lnTo>
                  <a:lnTo>
                    <a:pt x="68" y="80"/>
                  </a:lnTo>
                  <a:lnTo>
                    <a:pt x="68" y="100"/>
                  </a:lnTo>
                  <a:close/>
                  <a:moveTo>
                    <a:pt x="68" y="59"/>
                  </a:moveTo>
                  <a:lnTo>
                    <a:pt x="48" y="59"/>
                  </a:lnTo>
                  <a:lnTo>
                    <a:pt x="48" y="39"/>
                  </a:lnTo>
                  <a:lnTo>
                    <a:pt x="68" y="39"/>
                  </a:lnTo>
                  <a:lnTo>
                    <a:pt x="68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22545" name="矩形 25"/>
          <p:cNvSpPr/>
          <p:nvPr/>
        </p:nvSpPr>
        <p:spPr>
          <a:xfrm>
            <a:off x="1497013" y="2854325"/>
            <a:ext cx="2100262" cy="5159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546" name="矩形 26"/>
          <p:cNvSpPr/>
          <p:nvPr/>
        </p:nvSpPr>
        <p:spPr>
          <a:xfrm>
            <a:off x="3770313" y="3408363"/>
            <a:ext cx="1958975" cy="5159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547" name="矩形 27"/>
          <p:cNvSpPr/>
          <p:nvPr/>
        </p:nvSpPr>
        <p:spPr>
          <a:xfrm>
            <a:off x="5916613" y="3910013"/>
            <a:ext cx="1944687" cy="5159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548" name="矩形 28"/>
          <p:cNvSpPr/>
          <p:nvPr/>
        </p:nvSpPr>
        <p:spPr>
          <a:xfrm>
            <a:off x="8027988" y="4465638"/>
            <a:ext cx="1965325" cy="5159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3553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556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52475" y="2378075"/>
            <a:ext cx="1812925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2B7D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957513" y="2378075"/>
            <a:ext cx="1812925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3EB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162550" y="2378075"/>
            <a:ext cx="1811338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74C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366000" y="2378075"/>
            <a:ext cx="1812925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2B7D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571038" y="2378075"/>
            <a:ext cx="1812925" cy="2711450"/>
          </a:xfrm>
          <a:prstGeom prst="roundRect">
            <a:avLst>
              <a:gd name="adj" fmla="val 9083"/>
            </a:avLst>
          </a:prstGeom>
          <a:solidFill>
            <a:schemeClr val="bg1">
              <a:alpha val="80000"/>
            </a:schemeClr>
          </a:solidFill>
          <a:ln>
            <a:solidFill>
              <a:srgbClr val="3EB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933450" y="2178050"/>
            <a:ext cx="1420813" cy="401638"/>
          </a:xfrm>
          <a:prstGeom prst="roundRect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141663" y="2178050"/>
            <a:ext cx="1422400" cy="401638"/>
          </a:xfrm>
          <a:prstGeom prst="round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354638" y="2178050"/>
            <a:ext cx="1420813" cy="401638"/>
          </a:xfrm>
          <a:prstGeom prst="roundRect">
            <a:avLst/>
          </a:prstGeom>
          <a:solidFill>
            <a:srgbClr val="74C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508875" y="2178050"/>
            <a:ext cx="1420813" cy="401638"/>
          </a:xfrm>
          <a:prstGeom prst="roundRect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752013" y="2178050"/>
            <a:ext cx="1420813" cy="401638"/>
          </a:xfrm>
          <a:prstGeom prst="round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567" name="矩形 18"/>
          <p:cNvSpPr/>
          <p:nvPr/>
        </p:nvSpPr>
        <p:spPr>
          <a:xfrm>
            <a:off x="933450" y="3079750"/>
            <a:ext cx="1484313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68" name="矩形 19"/>
          <p:cNvSpPr/>
          <p:nvPr/>
        </p:nvSpPr>
        <p:spPr>
          <a:xfrm>
            <a:off x="3121025" y="3079750"/>
            <a:ext cx="1484313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69" name="矩形 20"/>
          <p:cNvSpPr/>
          <p:nvPr/>
        </p:nvSpPr>
        <p:spPr>
          <a:xfrm>
            <a:off x="5322888" y="3079750"/>
            <a:ext cx="1484312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0" name="矩形 21"/>
          <p:cNvSpPr/>
          <p:nvPr/>
        </p:nvSpPr>
        <p:spPr>
          <a:xfrm>
            <a:off x="7531100" y="3079750"/>
            <a:ext cx="1484313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1" name="矩形 22"/>
          <p:cNvSpPr/>
          <p:nvPr/>
        </p:nvSpPr>
        <p:spPr>
          <a:xfrm>
            <a:off x="9734550" y="3079750"/>
            <a:ext cx="1485900" cy="774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400" dirty="0">
              <a:solidFill>
                <a:srgbClr val="445469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2" name="文本框 23"/>
          <p:cNvSpPr txBox="1"/>
          <p:nvPr/>
        </p:nvSpPr>
        <p:spPr>
          <a:xfrm>
            <a:off x="957263" y="2219325"/>
            <a:ext cx="1422400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3" name="文本框 24"/>
          <p:cNvSpPr txBox="1"/>
          <p:nvPr/>
        </p:nvSpPr>
        <p:spPr>
          <a:xfrm>
            <a:off x="3155950" y="2219325"/>
            <a:ext cx="1420813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4" name="文本框 25"/>
          <p:cNvSpPr txBox="1"/>
          <p:nvPr/>
        </p:nvSpPr>
        <p:spPr>
          <a:xfrm>
            <a:off x="5403850" y="2219325"/>
            <a:ext cx="1420813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5" name="文本框 26"/>
          <p:cNvSpPr txBox="1"/>
          <p:nvPr/>
        </p:nvSpPr>
        <p:spPr>
          <a:xfrm>
            <a:off x="7586663" y="2219325"/>
            <a:ext cx="1422400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76" name="文本框 27"/>
          <p:cNvSpPr txBox="1"/>
          <p:nvPr/>
        </p:nvSpPr>
        <p:spPr>
          <a:xfrm>
            <a:off x="9798050" y="2219325"/>
            <a:ext cx="1422400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1" name="图片 1"/>
          <p:cNvPicPr>
            <a:picLocks noChangeAspect="1"/>
          </p:cNvPicPr>
          <p:nvPr/>
        </p:nvPicPr>
        <p:blipFill>
          <a:blip r:embed="rId1"/>
          <a:srcRect b="21210"/>
          <a:stretch>
            <a:fillRect/>
          </a:stretch>
        </p:blipFill>
        <p:spPr>
          <a:xfrm>
            <a:off x="2814638" y="1706563"/>
            <a:ext cx="6515100" cy="28384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5602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5605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Rectangle 3"/>
          <p:cNvSpPr/>
          <p:nvPr/>
        </p:nvSpPr>
        <p:spPr>
          <a:xfrm>
            <a:off x="0" y="1706563"/>
            <a:ext cx="2840038" cy="28384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Freeform 138"/>
          <p:cNvSpPr>
            <a:spLocks noEditPoints="1"/>
          </p:cNvSpPr>
          <p:nvPr/>
        </p:nvSpPr>
        <p:spPr bwMode="auto">
          <a:xfrm>
            <a:off x="1014413" y="2127250"/>
            <a:ext cx="811213" cy="630238"/>
          </a:xfrm>
          <a:custGeom>
            <a:avLst/>
            <a:gdLst/>
            <a:ahLst/>
            <a:cxnLst>
              <a:cxn ang="0">
                <a:pos x="50" y="40"/>
              </a:cxn>
              <a:cxn ang="0">
                <a:pos x="40" y="50"/>
              </a:cxn>
              <a:cxn ang="0">
                <a:pos x="10" y="50"/>
              </a:cxn>
              <a:cxn ang="0">
                <a:pos x="0" y="40"/>
              </a:cxn>
              <a:cxn ang="0">
                <a:pos x="0" y="10"/>
              </a:cxn>
              <a:cxn ang="0">
                <a:pos x="10" y="0"/>
              </a:cxn>
              <a:cxn ang="0">
                <a:pos x="40" y="0"/>
              </a:cxn>
              <a:cxn ang="0">
                <a:pos x="44" y="1"/>
              </a:cxn>
              <a:cxn ang="0">
                <a:pos x="45" y="2"/>
              </a:cxn>
              <a:cxn ang="0">
                <a:pos x="44" y="3"/>
              </a:cxn>
              <a:cxn ang="0">
                <a:pos x="42" y="4"/>
              </a:cxn>
              <a:cxn ang="0">
                <a:pos x="41" y="5"/>
              </a:cxn>
              <a:cxn ang="0">
                <a:pos x="40" y="4"/>
              </a:cxn>
              <a:cxn ang="0">
                <a:pos x="10" y="4"/>
              </a:cxn>
              <a:cxn ang="0">
                <a:pos x="4" y="10"/>
              </a:cxn>
              <a:cxn ang="0">
                <a:pos x="4" y="40"/>
              </a:cxn>
              <a:cxn ang="0">
                <a:pos x="10" y="46"/>
              </a:cxn>
              <a:cxn ang="0">
                <a:pos x="40" y="46"/>
              </a:cxn>
              <a:cxn ang="0">
                <a:pos x="45" y="40"/>
              </a:cxn>
              <a:cxn ang="0">
                <a:pos x="45" y="35"/>
              </a:cxn>
              <a:cxn ang="0">
                <a:pos x="46" y="35"/>
              </a:cxn>
              <a:cxn ang="0">
                <a:pos x="48" y="32"/>
              </a:cxn>
              <a:cxn ang="0">
                <a:pos x="49" y="32"/>
              </a:cxn>
              <a:cxn ang="0">
                <a:pos x="50" y="33"/>
              </a:cxn>
              <a:cxn ang="0">
                <a:pos x="50" y="40"/>
              </a:cxn>
              <a:cxn ang="0">
                <a:pos x="57" y="17"/>
              </a:cxn>
              <a:cxn ang="0">
                <a:pos x="33" y="41"/>
              </a:cxn>
              <a:cxn ang="0">
                <a:pos x="23" y="41"/>
              </a:cxn>
              <a:cxn ang="0">
                <a:pos x="23" y="31"/>
              </a:cxn>
              <a:cxn ang="0">
                <a:pos x="47" y="7"/>
              </a:cxn>
              <a:cxn ang="0">
                <a:pos x="57" y="17"/>
              </a:cxn>
              <a:cxn ang="0">
                <a:pos x="36" y="33"/>
              </a:cxn>
              <a:cxn ang="0">
                <a:pos x="30" y="28"/>
              </a:cxn>
              <a:cxn ang="0">
                <a:pos x="26" y="32"/>
              </a:cxn>
              <a:cxn ang="0">
                <a:pos x="26" y="34"/>
              </a:cxn>
              <a:cxn ang="0">
                <a:pos x="29" y="34"/>
              </a:cxn>
              <a:cxn ang="0">
                <a:pos x="29" y="38"/>
              </a:cxn>
              <a:cxn ang="0">
                <a:pos x="31" y="38"/>
              </a:cxn>
              <a:cxn ang="0">
                <a:pos x="36" y="33"/>
              </a:cxn>
              <a:cxn ang="0">
                <a:pos x="46" y="12"/>
              </a:cxn>
              <a:cxn ang="0">
                <a:pos x="34" y="24"/>
              </a:cxn>
              <a:cxn ang="0">
                <a:pos x="33" y="26"/>
              </a:cxn>
              <a:cxn ang="0">
                <a:pos x="35" y="26"/>
              </a:cxn>
              <a:cxn ang="0">
                <a:pos x="47" y="13"/>
              </a:cxn>
              <a:cxn ang="0">
                <a:pos x="47" y="12"/>
              </a:cxn>
              <a:cxn ang="0">
                <a:pos x="46" y="12"/>
              </a:cxn>
              <a:cxn ang="0">
                <a:pos x="59" y="15"/>
              </a:cxn>
              <a:cxn ang="0">
                <a:pos x="49" y="4"/>
              </a:cxn>
              <a:cxn ang="0">
                <a:pos x="52" y="1"/>
              </a:cxn>
              <a:cxn ang="0">
                <a:pos x="57" y="1"/>
              </a:cxn>
              <a:cxn ang="0">
                <a:pos x="62" y="7"/>
              </a:cxn>
              <a:cxn ang="0">
                <a:pos x="62" y="11"/>
              </a:cxn>
              <a:cxn ang="0">
                <a:pos x="59" y="15"/>
              </a:cxn>
            </a:cxnLst>
            <a:rect l="0" t="0" r="r" b="b"/>
            <a:pathLst>
              <a:path w="64" h="50">
                <a:moveTo>
                  <a:pt x="50" y="40"/>
                </a:moveTo>
                <a:cubicBezTo>
                  <a:pt x="50" y="46"/>
                  <a:pt x="45" y="50"/>
                  <a:pt x="4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4" y="50"/>
                  <a:pt x="0" y="46"/>
                  <a:pt x="0" y="4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1" y="0"/>
                  <a:pt x="43" y="0"/>
                  <a:pt x="44" y="1"/>
                </a:cubicBezTo>
                <a:cubicBezTo>
                  <a:pt x="44" y="1"/>
                  <a:pt x="44" y="1"/>
                  <a:pt x="45" y="2"/>
                </a:cubicBezTo>
                <a:cubicBezTo>
                  <a:pt x="45" y="2"/>
                  <a:pt x="45" y="2"/>
                  <a:pt x="44" y="3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5"/>
                  <a:pt x="42" y="5"/>
                  <a:pt x="41" y="5"/>
                </a:cubicBezTo>
                <a:cubicBezTo>
                  <a:pt x="41" y="5"/>
                  <a:pt x="40" y="4"/>
                  <a:pt x="40" y="4"/>
                </a:cubicBezTo>
                <a:cubicBezTo>
                  <a:pt x="10" y="4"/>
                  <a:pt x="10" y="4"/>
                  <a:pt x="10" y="4"/>
                </a:cubicBezTo>
                <a:cubicBezTo>
                  <a:pt x="7" y="4"/>
                  <a:pt x="4" y="7"/>
                  <a:pt x="4" y="10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3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3"/>
                  <a:pt x="45" y="40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35"/>
                  <a:pt x="46" y="35"/>
                  <a:pt x="46" y="35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9" y="32"/>
                  <a:pt x="49" y="32"/>
                </a:cubicBezTo>
                <a:cubicBezTo>
                  <a:pt x="50" y="32"/>
                  <a:pt x="50" y="33"/>
                  <a:pt x="50" y="33"/>
                </a:cubicBezTo>
                <a:lnTo>
                  <a:pt x="50" y="40"/>
                </a:lnTo>
                <a:close/>
                <a:moveTo>
                  <a:pt x="57" y="17"/>
                </a:moveTo>
                <a:cubicBezTo>
                  <a:pt x="33" y="41"/>
                  <a:pt x="33" y="41"/>
                  <a:pt x="33" y="41"/>
                </a:cubicBezTo>
                <a:cubicBezTo>
                  <a:pt x="23" y="41"/>
                  <a:pt x="23" y="41"/>
                  <a:pt x="23" y="41"/>
                </a:cubicBezTo>
                <a:cubicBezTo>
                  <a:pt x="23" y="31"/>
                  <a:pt x="23" y="31"/>
                  <a:pt x="23" y="31"/>
                </a:cubicBezTo>
                <a:cubicBezTo>
                  <a:pt x="47" y="7"/>
                  <a:pt x="47" y="7"/>
                  <a:pt x="47" y="7"/>
                </a:cubicBezTo>
                <a:lnTo>
                  <a:pt x="57" y="17"/>
                </a:lnTo>
                <a:close/>
                <a:moveTo>
                  <a:pt x="36" y="33"/>
                </a:moveTo>
                <a:cubicBezTo>
                  <a:pt x="30" y="28"/>
                  <a:pt x="30" y="28"/>
                  <a:pt x="30" y="28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4"/>
                  <a:pt x="26" y="34"/>
                  <a:pt x="26" y="34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8"/>
                  <a:pt x="29" y="38"/>
                  <a:pt x="29" y="38"/>
                </a:cubicBezTo>
                <a:cubicBezTo>
                  <a:pt x="31" y="38"/>
                  <a:pt x="31" y="38"/>
                  <a:pt x="31" y="38"/>
                </a:cubicBezTo>
                <a:lnTo>
                  <a:pt x="36" y="33"/>
                </a:lnTo>
                <a:close/>
                <a:moveTo>
                  <a:pt x="46" y="12"/>
                </a:moveTo>
                <a:cubicBezTo>
                  <a:pt x="34" y="24"/>
                  <a:pt x="34" y="24"/>
                  <a:pt x="34" y="24"/>
                </a:cubicBezTo>
                <a:cubicBezTo>
                  <a:pt x="33" y="25"/>
                  <a:pt x="33" y="25"/>
                  <a:pt x="33" y="26"/>
                </a:cubicBezTo>
                <a:cubicBezTo>
                  <a:pt x="34" y="26"/>
                  <a:pt x="34" y="26"/>
                  <a:pt x="35" y="26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6" y="12"/>
                  <a:pt x="46" y="12"/>
                </a:cubicBezTo>
                <a:close/>
                <a:moveTo>
                  <a:pt x="59" y="15"/>
                </a:moveTo>
                <a:cubicBezTo>
                  <a:pt x="49" y="4"/>
                  <a:pt x="49" y="4"/>
                  <a:pt x="49" y="4"/>
                </a:cubicBezTo>
                <a:cubicBezTo>
                  <a:pt x="52" y="1"/>
                  <a:pt x="52" y="1"/>
                  <a:pt x="52" y="1"/>
                </a:cubicBezTo>
                <a:cubicBezTo>
                  <a:pt x="53" y="0"/>
                  <a:pt x="56" y="0"/>
                  <a:pt x="57" y="1"/>
                </a:cubicBezTo>
                <a:cubicBezTo>
                  <a:pt x="62" y="7"/>
                  <a:pt x="62" y="7"/>
                  <a:pt x="62" y="7"/>
                </a:cubicBezTo>
                <a:cubicBezTo>
                  <a:pt x="64" y="8"/>
                  <a:pt x="64" y="10"/>
                  <a:pt x="62" y="11"/>
                </a:cubicBezTo>
                <a:lnTo>
                  <a:pt x="59" y="1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29738" y="1706563"/>
            <a:ext cx="2862263" cy="28384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Freeform 13"/>
          <p:cNvSpPr>
            <a:spLocks noEditPoints="1"/>
          </p:cNvSpPr>
          <p:nvPr/>
        </p:nvSpPr>
        <p:spPr bwMode="auto">
          <a:xfrm>
            <a:off x="10425113" y="2124075"/>
            <a:ext cx="647700" cy="647700"/>
          </a:xfrm>
          <a:custGeom>
            <a:avLst/>
            <a:gdLst/>
            <a:ahLst/>
            <a:cxnLst>
              <a:cxn ang="0">
                <a:pos x="60" y="40"/>
              </a:cxn>
              <a:cxn ang="0">
                <a:pos x="40" y="60"/>
              </a:cxn>
              <a:cxn ang="0">
                <a:pos x="36" y="61"/>
              </a:cxn>
              <a:cxn ang="0">
                <a:pos x="33" y="60"/>
              </a:cxn>
              <a:cxn ang="0">
                <a:pos x="4" y="31"/>
              </a:cxn>
              <a:cxn ang="0">
                <a:pos x="0" y="22"/>
              </a:cxn>
              <a:cxn ang="0">
                <a:pos x="0" y="6"/>
              </a:cxn>
              <a:cxn ang="0">
                <a:pos x="6" y="0"/>
              </a:cxn>
              <a:cxn ang="0">
                <a:pos x="22" y="0"/>
              </a:cxn>
              <a:cxn ang="0">
                <a:pos x="31" y="4"/>
              </a:cxn>
              <a:cxn ang="0">
                <a:pos x="60" y="33"/>
              </a:cxn>
              <a:cxn ang="0">
                <a:pos x="61" y="36"/>
              </a:cxn>
              <a:cxn ang="0">
                <a:pos x="60" y="40"/>
              </a:cxn>
              <a:cxn ang="0">
                <a:pos x="13" y="8"/>
              </a:cxn>
              <a:cxn ang="0">
                <a:pos x="8" y="13"/>
              </a:cxn>
              <a:cxn ang="0">
                <a:pos x="13" y="18"/>
              </a:cxn>
              <a:cxn ang="0">
                <a:pos x="18" y="13"/>
              </a:cxn>
              <a:cxn ang="0">
                <a:pos x="13" y="8"/>
              </a:cxn>
            </a:cxnLst>
            <a:rect l="0" t="0" r="r" b="b"/>
            <a:pathLst>
              <a:path w="61" h="61">
                <a:moveTo>
                  <a:pt x="60" y="40"/>
                </a:moveTo>
                <a:cubicBezTo>
                  <a:pt x="40" y="60"/>
                  <a:pt x="40" y="60"/>
                  <a:pt x="40" y="60"/>
                </a:cubicBezTo>
                <a:cubicBezTo>
                  <a:pt x="39" y="61"/>
                  <a:pt x="38" y="61"/>
                  <a:pt x="36" y="61"/>
                </a:cubicBezTo>
                <a:cubicBezTo>
                  <a:pt x="35" y="61"/>
                  <a:pt x="34" y="61"/>
                  <a:pt x="33" y="60"/>
                </a:cubicBezTo>
                <a:cubicBezTo>
                  <a:pt x="4" y="31"/>
                  <a:pt x="4" y="31"/>
                  <a:pt x="4" y="31"/>
                </a:cubicBezTo>
                <a:cubicBezTo>
                  <a:pt x="2" y="29"/>
                  <a:pt x="0" y="25"/>
                  <a:pt x="0" y="22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5" y="0"/>
                  <a:pt x="29" y="2"/>
                  <a:pt x="31" y="4"/>
                </a:cubicBezTo>
                <a:cubicBezTo>
                  <a:pt x="60" y="33"/>
                  <a:pt x="60" y="33"/>
                  <a:pt x="60" y="33"/>
                </a:cubicBezTo>
                <a:cubicBezTo>
                  <a:pt x="61" y="34"/>
                  <a:pt x="61" y="35"/>
                  <a:pt x="61" y="36"/>
                </a:cubicBezTo>
                <a:cubicBezTo>
                  <a:pt x="61" y="38"/>
                  <a:pt x="61" y="39"/>
                  <a:pt x="60" y="40"/>
                </a:cubicBezTo>
                <a:close/>
                <a:moveTo>
                  <a:pt x="13" y="8"/>
                </a:moveTo>
                <a:cubicBezTo>
                  <a:pt x="10" y="8"/>
                  <a:pt x="8" y="10"/>
                  <a:pt x="8" y="13"/>
                </a:cubicBezTo>
                <a:cubicBezTo>
                  <a:pt x="8" y="16"/>
                  <a:pt x="10" y="18"/>
                  <a:pt x="13" y="18"/>
                </a:cubicBezTo>
                <a:cubicBezTo>
                  <a:pt x="16" y="18"/>
                  <a:pt x="18" y="16"/>
                  <a:pt x="18" y="13"/>
                </a:cubicBezTo>
                <a:cubicBezTo>
                  <a:pt x="18" y="10"/>
                  <a:pt x="16" y="8"/>
                  <a:pt x="13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ounded Rectangle 16@|1FFC:4308095|FBC:16777215|LFC:16777215|LBC:16777215"/>
          <p:cNvSpPr/>
          <p:nvPr/>
        </p:nvSpPr>
        <p:spPr>
          <a:xfrm>
            <a:off x="3494088" y="4019550"/>
            <a:ext cx="1012825" cy="1014413"/>
          </a:xfrm>
          <a:prstGeom prst="roundRect">
            <a:avLst/>
          </a:prstGeom>
          <a:solidFill>
            <a:srgbClr val="74C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Freeform 60@|5FFC:16777215|FBC:16777215|LFC:16777215|LBC:16777215"/>
          <p:cNvSpPr>
            <a:spLocks noChangeAspect="1" noEditPoints="1"/>
          </p:cNvSpPr>
          <p:nvPr/>
        </p:nvSpPr>
        <p:spPr bwMode="auto">
          <a:xfrm>
            <a:off x="3721100" y="4303713"/>
            <a:ext cx="558800" cy="446088"/>
          </a:xfrm>
          <a:custGeom>
            <a:avLst/>
            <a:gdLst/>
            <a:ahLst/>
            <a:cxnLst>
              <a:cxn ang="0">
                <a:pos x="50" y="19"/>
              </a:cxn>
              <a:cxn ang="0">
                <a:pos x="25" y="37"/>
              </a:cxn>
              <a:cxn ang="0">
                <a:pos x="19" y="36"/>
              </a:cxn>
              <a:cxn ang="0">
                <a:pos x="9" y="41"/>
              </a:cxn>
              <a:cxn ang="0">
                <a:pos x="6" y="42"/>
              </a:cxn>
              <a:cxn ang="0">
                <a:pos x="6" y="42"/>
              </a:cxn>
              <a:cxn ang="0">
                <a:pos x="4" y="41"/>
              </a:cxn>
              <a:cxn ang="0">
                <a:pos x="5" y="39"/>
              </a:cxn>
              <a:cxn ang="0">
                <a:pos x="9" y="33"/>
              </a:cxn>
              <a:cxn ang="0">
                <a:pos x="0" y="19"/>
              </a:cxn>
              <a:cxn ang="0">
                <a:pos x="25" y="0"/>
              </a:cxn>
              <a:cxn ang="0">
                <a:pos x="50" y="19"/>
              </a:cxn>
              <a:cxn ang="0">
                <a:pos x="4" y="19"/>
              </a:cxn>
              <a:cxn ang="0">
                <a:pos x="12" y="29"/>
              </a:cxn>
              <a:cxn ang="0">
                <a:pos x="15" y="31"/>
              </a:cxn>
              <a:cxn ang="0">
                <a:pos x="14" y="34"/>
              </a:cxn>
              <a:cxn ang="0">
                <a:pos x="16" y="33"/>
              </a:cxn>
              <a:cxn ang="0">
                <a:pos x="18" y="32"/>
              </a:cxn>
              <a:cxn ang="0">
                <a:pos x="19" y="32"/>
              </a:cxn>
              <a:cxn ang="0">
                <a:pos x="25" y="32"/>
              </a:cxn>
              <a:cxn ang="0">
                <a:pos x="45" y="19"/>
              </a:cxn>
              <a:cxn ang="0">
                <a:pos x="25" y="5"/>
              </a:cxn>
              <a:cxn ang="0">
                <a:pos x="4" y="19"/>
              </a:cxn>
              <a:cxn ang="0">
                <a:pos x="58" y="48"/>
              </a:cxn>
              <a:cxn ang="0">
                <a:pos x="59" y="50"/>
              </a:cxn>
              <a:cxn ang="0">
                <a:pos x="58" y="51"/>
              </a:cxn>
              <a:cxn ang="0">
                <a:pos x="55" y="50"/>
              </a:cxn>
              <a:cxn ang="0">
                <a:pos x="45" y="46"/>
              </a:cxn>
              <a:cxn ang="0">
                <a:pos x="39" y="46"/>
              </a:cxn>
              <a:cxn ang="0">
                <a:pos x="22" y="41"/>
              </a:cxn>
              <a:cxn ang="0">
                <a:pos x="25" y="42"/>
              </a:cxn>
              <a:cxn ang="0">
                <a:pos x="45" y="35"/>
              </a:cxn>
              <a:cxn ang="0">
                <a:pos x="55" y="19"/>
              </a:cxn>
              <a:cxn ang="0">
                <a:pos x="54" y="13"/>
              </a:cxn>
              <a:cxn ang="0">
                <a:pos x="64" y="28"/>
              </a:cxn>
              <a:cxn ang="0">
                <a:pos x="54" y="42"/>
              </a:cxn>
              <a:cxn ang="0">
                <a:pos x="58" y="48"/>
              </a:cxn>
            </a:cxnLst>
            <a:rect l="0" t="0" r="r" b="b"/>
            <a:pathLst>
              <a:path w="64" h="51">
                <a:moveTo>
                  <a:pt x="50" y="19"/>
                </a:moveTo>
                <a:cubicBezTo>
                  <a:pt x="50" y="29"/>
                  <a:pt x="39" y="37"/>
                  <a:pt x="25" y="37"/>
                </a:cubicBezTo>
                <a:cubicBezTo>
                  <a:pt x="23" y="37"/>
                  <a:pt x="21" y="37"/>
                  <a:pt x="19" y="36"/>
                </a:cubicBezTo>
                <a:cubicBezTo>
                  <a:pt x="16" y="39"/>
                  <a:pt x="12" y="40"/>
                  <a:pt x="9" y="41"/>
                </a:cubicBezTo>
                <a:cubicBezTo>
                  <a:pt x="8" y="41"/>
                  <a:pt x="7" y="41"/>
                  <a:pt x="6" y="42"/>
                </a:cubicBezTo>
                <a:cubicBezTo>
                  <a:pt x="6" y="42"/>
                  <a:pt x="6" y="42"/>
                  <a:pt x="6" y="42"/>
                </a:cubicBezTo>
                <a:cubicBezTo>
                  <a:pt x="5" y="42"/>
                  <a:pt x="4" y="41"/>
                  <a:pt x="4" y="41"/>
                </a:cubicBezTo>
                <a:cubicBezTo>
                  <a:pt x="4" y="40"/>
                  <a:pt x="5" y="39"/>
                  <a:pt x="5" y="39"/>
                </a:cubicBezTo>
                <a:cubicBezTo>
                  <a:pt x="6" y="37"/>
                  <a:pt x="8" y="36"/>
                  <a:pt x="9" y="33"/>
                </a:cubicBezTo>
                <a:cubicBezTo>
                  <a:pt x="3" y="30"/>
                  <a:pt x="0" y="25"/>
                  <a:pt x="0" y="19"/>
                </a:cubicBezTo>
                <a:cubicBezTo>
                  <a:pt x="0" y="9"/>
                  <a:pt x="11" y="0"/>
                  <a:pt x="25" y="0"/>
                </a:cubicBezTo>
                <a:cubicBezTo>
                  <a:pt x="39" y="0"/>
                  <a:pt x="50" y="9"/>
                  <a:pt x="50" y="19"/>
                </a:cubicBezTo>
                <a:close/>
                <a:moveTo>
                  <a:pt x="4" y="19"/>
                </a:moveTo>
                <a:cubicBezTo>
                  <a:pt x="4" y="23"/>
                  <a:pt x="7" y="26"/>
                  <a:pt x="12" y="29"/>
                </a:cubicBezTo>
                <a:cubicBezTo>
                  <a:pt x="15" y="31"/>
                  <a:pt x="15" y="31"/>
                  <a:pt x="15" y="31"/>
                </a:cubicBezTo>
                <a:cubicBezTo>
                  <a:pt x="14" y="34"/>
                  <a:pt x="14" y="34"/>
                  <a:pt x="14" y="34"/>
                </a:cubicBezTo>
                <a:cubicBezTo>
                  <a:pt x="15" y="34"/>
                  <a:pt x="15" y="33"/>
                  <a:pt x="16" y="33"/>
                </a:cubicBezTo>
                <a:cubicBezTo>
                  <a:pt x="18" y="32"/>
                  <a:pt x="18" y="32"/>
                  <a:pt x="18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21" y="32"/>
                  <a:pt x="23" y="32"/>
                  <a:pt x="25" y="32"/>
                </a:cubicBezTo>
                <a:cubicBezTo>
                  <a:pt x="36" y="32"/>
                  <a:pt x="45" y="26"/>
                  <a:pt x="45" y="19"/>
                </a:cubicBezTo>
                <a:cubicBezTo>
                  <a:pt x="45" y="11"/>
                  <a:pt x="36" y="5"/>
                  <a:pt x="25" y="5"/>
                </a:cubicBezTo>
                <a:cubicBezTo>
                  <a:pt x="14" y="5"/>
                  <a:pt x="4" y="11"/>
                  <a:pt x="4" y="19"/>
                </a:cubicBezTo>
                <a:close/>
                <a:moveTo>
                  <a:pt x="58" y="48"/>
                </a:moveTo>
                <a:cubicBezTo>
                  <a:pt x="59" y="49"/>
                  <a:pt x="59" y="49"/>
                  <a:pt x="59" y="50"/>
                </a:cubicBezTo>
                <a:cubicBezTo>
                  <a:pt x="59" y="50"/>
                  <a:pt x="58" y="51"/>
                  <a:pt x="58" y="51"/>
                </a:cubicBezTo>
                <a:cubicBezTo>
                  <a:pt x="57" y="51"/>
                  <a:pt x="56" y="50"/>
                  <a:pt x="55" y="50"/>
                </a:cubicBezTo>
                <a:cubicBezTo>
                  <a:pt x="51" y="49"/>
                  <a:pt x="48" y="48"/>
                  <a:pt x="45" y="46"/>
                </a:cubicBezTo>
                <a:cubicBezTo>
                  <a:pt x="43" y="46"/>
                  <a:pt x="41" y="46"/>
                  <a:pt x="39" y="46"/>
                </a:cubicBezTo>
                <a:cubicBezTo>
                  <a:pt x="32" y="46"/>
                  <a:pt x="26" y="44"/>
                  <a:pt x="22" y="41"/>
                </a:cubicBezTo>
                <a:cubicBezTo>
                  <a:pt x="23" y="42"/>
                  <a:pt x="24" y="42"/>
                  <a:pt x="25" y="42"/>
                </a:cubicBezTo>
                <a:cubicBezTo>
                  <a:pt x="33" y="42"/>
                  <a:pt x="40" y="39"/>
                  <a:pt x="45" y="35"/>
                </a:cubicBezTo>
                <a:cubicBezTo>
                  <a:pt x="51" y="31"/>
                  <a:pt x="55" y="25"/>
                  <a:pt x="55" y="19"/>
                </a:cubicBezTo>
                <a:cubicBezTo>
                  <a:pt x="55" y="17"/>
                  <a:pt x="54" y="15"/>
                  <a:pt x="54" y="13"/>
                </a:cubicBezTo>
                <a:cubicBezTo>
                  <a:pt x="60" y="17"/>
                  <a:pt x="64" y="22"/>
                  <a:pt x="64" y="28"/>
                </a:cubicBezTo>
                <a:cubicBezTo>
                  <a:pt x="64" y="34"/>
                  <a:pt x="60" y="39"/>
                  <a:pt x="54" y="42"/>
                </a:cubicBezTo>
                <a:cubicBezTo>
                  <a:pt x="55" y="45"/>
                  <a:pt x="57" y="47"/>
                  <a:pt x="58" y="4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ounded Rectangle 19@|1FFC:1554685|FBC:16777215|LFC:16777215|LBC:16777215"/>
          <p:cNvSpPr/>
          <p:nvPr/>
        </p:nvSpPr>
        <p:spPr>
          <a:xfrm>
            <a:off x="4879975" y="4019550"/>
            <a:ext cx="1012825" cy="1014413"/>
          </a:xfrm>
          <a:prstGeom prst="roundRect">
            <a:avLst/>
          </a:prstGeom>
          <a:solidFill>
            <a:srgbClr val="2B7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Freeform 157@|5FFC:16777215|FBC:16777215|LFC:16777215|LBC:16777215"/>
          <p:cNvSpPr>
            <a:spLocks noEditPoints="1"/>
          </p:cNvSpPr>
          <p:nvPr/>
        </p:nvSpPr>
        <p:spPr bwMode="auto">
          <a:xfrm>
            <a:off x="5157788" y="4273550"/>
            <a:ext cx="457200" cy="504825"/>
          </a:xfrm>
          <a:custGeom>
            <a:avLst/>
            <a:gdLst/>
            <a:ahLst/>
            <a:cxnLst>
              <a:cxn ang="0">
                <a:pos x="46" y="62"/>
              </a:cxn>
              <a:cxn ang="0">
                <a:pos x="10" y="62"/>
              </a:cxn>
              <a:cxn ang="0">
                <a:pos x="0" y="52"/>
              </a:cxn>
              <a:cxn ang="0">
                <a:pos x="14" y="29"/>
              </a:cxn>
              <a:cxn ang="0">
                <a:pos x="28" y="34"/>
              </a:cxn>
              <a:cxn ang="0">
                <a:pos x="42" y="29"/>
              </a:cxn>
              <a:cxn ang="0">
                <a:pos x="56" y="52"/>
              </a:cxn>
              <a:cxn ang="0">
                <a:pos x="46" y="62"/>
              </a:cxn>
              <a:cxn ang="0">
                <a:pos x="28" y="31"/>
              </a:cxn>
              <a:cxn ang="0">
                <a:pos x="13" y="16"/>
              </a:cxn>
              <a:cxn ang="0">
                <a:pos x="28" y="0"/>
              </a:cxn>
              <a:cxn ang="0">
                <a:pos x="43" y="16"/>
              </a:cxn>
              <a:cxn ang="0">
                <a:pos x="28" y="31"/>
              </a:cxn>
            </a:cxnLst>
            <a:rect l="0" t="0" r="r" b="b"/>
            <a:pathLst>
              <a:path w="56" h="62">
                <a:moveTo>
                  <a:pt x="46" y="62"/>
                </a:moveTo>
                <a:cubicBezTo>
                  <a:pt x="10" y="62"/>
                  <a:pt x="10" y="62"/>
                  <a:pt x="10" y="62"/>
                </a:cubicBezTo>
                <a:cubicBezTo>
                  <a:pt x="4" y="62"/>
                  <a:pt x="0" y="58"/>
                  <a:pt x="0" y="52"/>
                </a:cubicBezTo>
                <a:cubicBezTo>
                  <a:pt x="0" y="43"/>
                  <a:pt x="2" y="29"/>
                  <a:pt x="14" y="29"/>
                </a:cubicBezTo>
                <a:cubicBezTo>
                  <a:pt x="15" y="29"/>
                  <a:pt x="20" y="34"/>
                  <a:pt x="28" y="34"/>
                </a:cubicBezTo>
                <a:cubicBezTo>
                  <a:pt x="36" y="34"/>
                  <a:pt x="41" y="29"/>
                  <a:pt x="42" y="29"/>
                </a:cubicBezTo>
                <a:cubicBezTo>
                  <a:pt x="54" y="29"/>
                  <a:pt x="56" y="43"/>
                  <a:pt x="56" y="52"/>
                </a:cubicBezTo>
                <a:cubicBezTo>
                  <a:pt x="56" y="58"/>
                  <a:pt x="52" y="62"/>
                  <a:pt x="46" y="62"/>
                </a:cubicBezTo>
                <a:close/>
                <a:moveTo>
                  <a:pt x="28" y="31"/>
                </a:moveTo>
                <a:cubicBezTo>
                  <a:pt x="20" y="31"/>
                  <a:pt x="13" y="24"/>
                  <a:pt x="13" y="16"/>
                </a:cubicBezTo>
                <a:cubicBezTo>
                  <a:pt x="13" y="7"/>
                  <a:pt x="20" y="0"/>
                  <a:pt x="28" y="0"/>
                </a:cubicBezTo>
                <a:cubicBezTo>
                  <a:pt x="37" y="0"/>
                  <a:pt x="43" y="7"/>
                  <a:pt x="43" y="16"/>
                </a:cubicBezTo>
                <a:cubicBezTo>
                  <a:pt x="43" y="24"/>
                  <a:pt x="37" y="31"/>
                  <a:pt x="28" y="3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ounded Rectangle 22@|1FFC:14657585|FBC:16777215|LFC:16777215|LBC:16777215"/>
          <p:cNvSpPr/>
          <p:nvPr/>
        </p:nvSpPr>
        <p:spPr>
          <a:xfrm>
            <a:off x="6265863" y="4019550"/>
            <a:ext cx="1012825" cy="101441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Freeform 69@|5FFC:16777215|FBC:16777215|LFC:16777215|LBC:16777215"/>
          <p:cNvSpPr>
            <a:spLocks noEditPoints="1"/>
          </p:cNvSpPr>
          <p:nvPr/>
        </p:nvSpPr>
        <p:spPr bwMode="auto">
          <a:xfrm>
            <a:off x="6519863" y="4273550"/>
            <a:ext cx="503238" cy="50641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Rounded Rectangle 25@|1FFC:2381804|FBC:16777215|LFC:16777215|LBC:16777215"/>
          <p:cNvSpPr/>
          <p:nvPr/>
        </p:nvSpPr>
        <p:spPr>
          <a:xfrm flipH="1">
            <a:off x="7650163" y="4019550"/>
            <a:ext cx="1014413" cy="1014413"/>
          </a:xfrm>
          <a:prstGeom prst="round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Freeform 144@|5FFC:16777215|FBC:16777215|LFC:16777215|LBC:16777215"/>
          <p:cNvSpPr>
            <a:spLocks noChangeAspect="1" noEditPoints="1"/>
          </p:cNvSpPr>
          <p:nvPr/>
        </p:nvSpPr>
        <p:spPr bwMode="auto">
          <a:xfrm>
            <a:off x="7893050" y="4297363"/>
            <a:ext cx="528638" cy="458788"/>
          </a:xfrm>
          <a:custGeom>
            <a:avLst/>
            <a:gdLst/>
            <a:ahLst/>
            <a:cxnLst>
              <a:cxn ang="0">
                <a:pos x="59" y="26"/>
              </a:cxn>
              <a:cxn ang="0">
                <a:pos x="57" y="28"/>
              </a:cxn>
              <a:cxn ang="0">
                <a:pos x="20" y="32"/>
              </a:cxn>
              <a:cxn ang="0">
                <a:pos x="20" y="35"/>
              </a:cxn>
              <a:cxn ang="0">
                <a:pos x="19" y="37"/>
              </a:cxn>
              <a:cxn ang="0">
                <a:pos x="52" y="37"/>
              </a:cxn>
              <a:cxn ang="0">
                <a:pos x="55" y="39"/>
              </a:cxn>
              <a:cxn ang="0">
                <a:pos x="52" y="42"/>
              </a:cxn>
              <a:cxn ang="0">
                <a:pos x="16" y="42"/>
              </a:cxn>
              <a:cxn ang="0">
                <a:pos x="13" y="39"/>
              </a:cxn>
              <a:cxn ang="0">
                <a:pos x="16" y="34"/>
              </a:cxn>
              <a:cxn ang="0">
                <a:pos x="9" y="5"/>
              </a:cxn>
              <a:cxn ang="0">
                <a:pos x="2" y="5"/>
              </a:cxn>
              <a:cxn ang="0">
                <a:pos x="0" y="3"/>
              </a:cxn>
              <a:cxn ang="0">
                <a:pos x="2" y="0"/>
              </a:cxn>
              <a:cxn ang="0">
                <a:pos x="11" y="0"/>
              </a:cxn>
              <a:cxn ang="0">
                <a:pos x="14" y="5"/>
              </a:cxn>
              <a:cxn ang="0">
                <a:pos x="57" y="5"/>
              </a:cxn>
              <a:cxn ang="0">
                <a:pos x="59" y="7"/>
              </a:cxn>
              <a:cxn ang="0">
                <a:pos x="59" y="26"/>
              </a:cxn>
              <a:cxn ang="0">
                <a:pos x="18" y="51"/>
              </a:cxn>
              <a:cxn ang="0">
                <a:pos x="13" y="46"/>
              </a:cxn>
              <a:cxn ang="0">
                <a:pos x="18" y="42"/>
              </a:cxn>
              <a:cxn ang="0">
                <a:pos x="23" y="46"/>
              </a:cxn>
              <a:cxn ang="0">
                <a:pos x="18" y="51"/>
              </a:cxn>
              <a:cxn ang="0">
                <a:pos x="50" y="51"/>
              </a:cxn>
              <a:cxn ang="0">
                <a:pos x="45" y="46"/>
              </a:cxn>
              <a:cxn ang="0">
                <a:pos x="50" y="42"/>
              </a:cxn>
              <a:cxn ang="0">
                <a:pos x="55" y="46"/>
              </a:cxn>
              <a:cxn ang="0">
                <a:pos x="50" y="51"/>
              </a:cxn>
            </a:cxnLst>
            <a:rect l="0" t="0" r="r" b="b"/>
            <a:pathLst>
              <a:path w="59" h="51">
                <a:moveTo>
                  <a:pt x="59" y="26"/>
                </a:moveTo>
                <a:cubicBezTo>
                  <a:pt x="59" y="27"/>
                  <a:pt x="58" y="28"/>
                  <a:pt x="57" y="28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33"/>
                  <a:pt x="20" y="34"/>
                  <a:pt x="20" y="35"/>
                </a:cubicBezTo>
                <a:cubicBezTo>
                  <a:pt x="20" y="36"/>
                  <a:pt x="20" y="36"/>
                  <a:pt x="19" y="37"/>
                </a:cubicBezTo>
                <a:cubicBezTo>
                  <a:pt x="52" y="37"/>
                  <a:pt x="52" y="37"/>
                  <a:pt x="52" y="37"/>
                </a:cubicBezTo>
                <a:cubicBezTo>
                  <a:pt x="54" y="37"/>
                  <a:pt x="55" y="38"/>
                  <a:pt x="55" y="39"/>
                </a:cubicBezTo>
                <a:cubicBezTo>
                  <a:pt x="55" y="41"/>
                  <a:pt x="54" y="42"/>
                  <a:pt x="5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5" y="42"/>
                  <a:pt x="13" y="41"/>
                  <a:pt x="13" y="39"/>
                </a:cubicBezTo>
                <a:cubicBezTo>
                  <a:pt x="13" y="38"/>
                  <a:pt x="15" y="35"/>
                  <a:pt x="16" y="34"/>
                </a:cubicBezTo>
                <a:cubicBezTo>
                  <a:pt x="9" y="5"/>
                  <a:pt x="9" y="5"/>
                  <a:pt x="9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2"/>
                  <a:pt x="1" y="0"/>
                  <a:pt x="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4" y="3"/>
                  <a:pt x="14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5"/>
                  <a:pt x="59" y="6"/>
                  <a:pt x="59" y="7"/>
                </a:cubicBezTo>
                <a:lnTo>
                  <a:pt x="59" y="26"/>
                </a:lnTo>
                <a:close/>
                <a:moveTo>
                  <a:pt x="18" y="51"/>
                </a:moveTo>
                <a:cubicBezTo>
                  <a:pt x="16" y="51"/>
                  <a:pt x="13" y="49"/>
                  <a:pt x="13" y="46"/>
                </a:cubicBezTo>
                <a:cubicBezTo>
                  <a:pt x="13" y="44"/>
                  <a:pt x="16" y="42"/>
                  <a:pt x="18" y="42"/>
                </a:cubicBezTo>
                <a:cubicBezTo>
                  <a:pt x="21" y="42"/>
                  <a:pt x="23" y="44"/>
                  <a:pt x="23" y="46"/>
                </a:cubicBezTo>
                <a:cubicBezTo>
                  <a:pt x="23" y="49"/>
                  <a:pt x="21" y="51"/>
                  <a:pt x="18" y="51"/>
                </a:cubicBezTo>
                <a:close/>
                <a:moveTo>
                  <a:pt x="50" y="51"/>
                </a:moveTo>
                <a:cubicBezTo>
                  <a:pt x="47" y="51"/>
                  <a:pt x="45" y="49"/>
                  <a:pt x="45" y="46"/>
                </a:cubicBezTo>
                <a:cubicBezTo>
                  <a:pt x="45" y="44"/>
                  <a:pt x="47" y="42"/>
                  <a:pt x="50" y="42"/>
                </a:cubicBezTo>
                <a:cubicBezTo>
                  <a:pt x="53" y="42"/>
                  <a:pt x="55" y="44"/>
                  <a:pt x="55" y="46"/>
                </a:cubicBezTo>
                <a:cubicBezTo>
                  <a:pt x="55" y="49"/>
                  <a:pt x="53" y="51"/>
                  <a:pt x="50" y="5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682" tIns="60841" rIns="121682" bIns="60841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19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18" name="TextBox 13"/>
          <p:cNvSpPr txBox="1"/>
          <p:nvPr/>
        </p:nvSpPr>
        <p:spPr>
          <a:xfrm>
            <a:off x="250825" y="3062288"/>
            <a:ext cx="2338388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619" name="TextBox 13"/>
          <p:cNvSpPr txBox="1"/>
          <p:nvPr/>
        </p:nvSpPr>
        <p:spPr>
          <a:xfrm>
            <a:off x="409575" y="3378200"/>
            <a:ext cx="2019300" cy="554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620" name="TextBox 13"/>
          <p:cNvSpPr txBox="1"/>
          <p:nvPr/>
        </p:nvSpPr>
        <p:spPr>
          <a:xfrm>
            <a:off x="9578975" y="3062288"/>
            <a:ext cx="2338388" cy="2460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621" name="TextBox 13"/>
          <p:cNvSpPr txBox="1"/>
          <p:nvPr/>
        </p:nvSpPr>
        <p:spPr>
          <a:xfrm>
            <a:off x="9739313" y="3378200"/>
            <a:ext cx="2019300" cy="554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622" name="矩形 25"/>
          <p:cNvSpPr/>
          <p:nvPr/>
        </p:nvSpPr>
        <p:spPr>
          <a:xfrm>
            <a:off x="1582738" y="5373688"/>
            <a:ext cx="9364662" cy="5159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Add your words here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size.Please read the instructions and more work at the end of the manual template.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64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7652" name="文本框 8"/>
          <p:cNvSpPr txBox="1"/>
          <p:nvPr/>
        </p:nvSpPr>
        <p:spPr>
          <a:xfrm>
            <a:off x="1176338" y="454025"/>
            <a:ext cx="19192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ADD YOU TITLE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27653" name="Elbow Connector 12"/>
          <p:cNvCxnSpPr/>
          <p:nvPr/>
        </p:nvCxnSpPr>
        <p:spPr>
          <a:xfrm>
            <a:off x="7019925" y="2347913"/>
            <a:ext cx="1981200" cy="863600"/>
          </a:xfrm>
          <a:prstGeom prst="bentConnector3">
            <a:avLst>
              <a:gd name="adj1" fmla="val 50000"/>
            </a:avLst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4" name="Elbow Connector 13"/>
          <p:cNvCxnSpPr/>
          <p:nvPr/>
        </p:nvCxnSpPr>
        <p:spPr>
          <a:xfrm flipV="1">
            <a:off x="7019925" y="4222750"/>
            <a:ext cx="1981200" cy="863600"/>
          </a:xfrm>
          <a:prstGeom prst="bentConnector3">
            <a:avLst>
              <a:gd name="adj1" fmla="val 50000"/>
            </a:avLst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5" name="Straight Connector 14"/>
          <p:cNvCxnSpPr/>
          <p:nvPr/>
        </p:nvCxnSpPr>
        <p:spPr>
          <a:xfrm>
            <a:off x="7019925" y="3725863"/>
            <a:ext cx="1981200" cy="1587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6" name="Elbow Connector 15"/>
          <p:cNvCxnSpPr/>
          <p:nvPr/>
        </p:nvCxnSpPr>
        <p:spPr>
          <a:xfrm flipV="1">
            <a:off x="2886075" y="2347913"/>
            <a:ext cx="1395413" cy="1073150"/>
          </a:xfrm>
          <a:prstGeom prst="bentConnector3">
            <a:avLst>
              <a:gd name="adj1" fmla="val -931"/>
            </a:avLst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7" name="Elbow Connector 16"/>
          <p:cNvCxnSpPr/>
          <p:nvPr/>
        </p:nvCxnSpPr>
        <p:spPr>
          <a:xfrm>
            <a:off x="2886075" y="4013200"/>
            <a:ext cx="1395413" cy="1073150"/>
          </a:xfrm>
          <a:prstGeom prst="bentConnector3">
            <a:avLst>
              <a:gd name="adj1" fmla="val -931"/>
            </a:avLst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cxnSp>
        <p:nvCxnSpPr>
          <p:cNvPr id="27658" name="Straight Connector 17"/>
          <p:cNvCxnSpPr/>
          <p:nvPr/>
        </p:nvCxnSpPr>
        <p:spPr>
          <a:xfrm>
            <a:off x="2886075" y="3727450"/>
            <a:ext cx="1208088" cy="3175"/>
          </a:xfrm>
          <a:prstGeom prst="line">
            <a:avLst/>
          </a:prstGeom>
          <a:ln w="12700" cap="flat" cmpd="sng">
            <a:solidFill>
              <a:srgbClr val="ADBACA"/>
            </a:solidFill>
            <a:prstDash val="solid"/>
            <a:miter/>
            <a:headEnd type="oval" w="med" len="med"/>
            <a:tailEnd type="triangle" w="med" len="med"/>
          </a:ln>
        </p:spPr>
      </p:cxnSp>
      <p:sp>
        <p:nvSpPr>
          <p:cNvPr id="15" name="Freeform 5"/>
          <p:cNvSpPr/>
          <p:nvPr/>
        </p:nvSpPr>
        <p:spPr bwMode="auto">
          <a:xfrm>
            <a:off x="9840913" y="3976688"/>
            <a:ext cx="350838" cy="268288"/>
          </a:xfrm>
          <a:custGeom>
            <a:avLst/>
            <a:gdLst>
              <a:gd name="T0" fmla="*/ 58 w 117"/>
              <a:gd name="T1" fmla="*/ 3 h 90"/>
              <a:gd name="T2" fmla="*/ 43 w 117"/>
              <a:gd name="T3" fmla="*/ 0 h 90"/>
              <a:gd name="T4" fmla="*/ 0 w 117"/>
              <a:gd name="T5" fmla="*/ 90 h 90"/>
              <a:gd name="T6" fmla="*/ 58 w 117"/>
              <a:gd name="T7" fmla="*/ 90 h 90"/>
              <a:gd name="T8" fmla="*/ 117 w 117"/>
              <a:gd name="T9" fmla="*/ 90 h 90"/>
              <a:gd name="T10" fmla="*/ 74 w 117"/>
              <a:gd name="T11" fmla="*/ 0 h 90"/>
              <a:gd name="T12" fmla="*/ 58 w 117"/>
              <a:gd name="T13" fmla="*/ 3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" h="90">
                <a:moveTo>
                  <a:pt x="58" y="3"/>
                </a:moveTo>
                <a:cubicBezTo>
                  <a:pt x="53" y="3"/>
                  <a:pt x="48" y="2"/>
                  <a:pt x="43" y="0"/>
                </a:cubicBezTo>
                <a:cubicBezTo>
                  <a:pt x="33" y="38"/>
                  <a:pt x="8" y="77"/>
                  <a:pt x="0" y="90"/>
                </a:cubicBezTo>
                <a:cubicBezTo>
                  <a:pt x="58" y="90"/>
                  <a:pt x="58" y="90"/>
                  <a:pt x="58" y="90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08" y="77"/>
                  <a:pt x="85" y="38"/>
                  <a:pt x="74" y="0"/>
                </a:cubicBezTo>
                <a:cubicBezTo>
                  <a:pt x="69" y="2"/>
                  <a:pt x="64" y="3"/>
                  <a:pt x="58" y="3"/>
                </a:cubicBez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6"/>
          <p:cNvSpPr/>
          <p:nvPr/>
        </p:nvSpPr>
        <p:spPr bwMode="auto">
          <a:xfrm>
            <a:off x="9915525" y="3913188"/>
            <a:ext cx="200025" cy="71438"/>
          </a:xfrm>
          <a:custGeom>
            <a:avLst/>
            <a:gdLst>
              <a:gd name="T0" fmla="*/ 0 w 67"/>
              <a:gd name="T1" fmla="*/ 0 h 24"/>
              <a:gd name="T2" fmla="*/ 18 w 67"/>
              <a:gd name="T3" fmla="*/ 21 h 24"/>
              <a:gd name="T4" fmla="*/ 33 w 67"/>
              <a:gd name="T5" fmla="*/ 24 h 24"/>
              <a:gd name="T6" fmla="*/ 49 w 67"/>
              <a:gd name="T7" fmla="*/ 21 h 24"/>
              <a:gd name="T8" fmla="*/ 67 w 67"/>
              <a:gd name="T9" fmla="*/ 0 h 24"/>
              <a:gd name="T10" fmla="*/ 45 w 67"/>
              <a:gd name="T11" fmla="*/ 0 h 24"/>
              <a:gd name="T12" fmla="*/ 33 w 67"/>
              <a:gd name="T13" fmla="*/ 0 h 24"/>
              <a:gd name="T14" fmla="*/ 22 w 67"/>
              <a:gd name="T15" fmla="*/ 0 h 24"/>
              <a:gd name="T16" fmla="*/ 0 w 67"/>
              <a:gd name="T17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" h="24">
                <a:moveTo>
                  <a:pt x="0" y="0"/>
                </a:moveTo>
                <a:cubicBezTo>
                  <a:pt x="0" y="9"/>
                  <a:pt x="7" y="17"/>
                  <a:pt x="18" y="21"/>
                </a:cubicBezTo>
                <a:cubicBezTo>
                  <a:pt x="23" y="23"/>
                  <a:pt x="28" y="24"/>
                  <a:pt x="33" y="24"/>
                </a:cubicBezTo>
                <a:cubicBezTo>
                  <a:pt x="39" y="24"/>
                  <a:pt x="44" y="23"/>
                  <a:pt x="49" y="21"/>
                </a:cubicBezTo>
                <a:cubicBezTo>
                  <a:pt x="60" y="17"/>
                  <a:pt x="67" y="9"/>
                  <a:pt x="67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22" y="0"/>
                  <a:pt x="22" y="0"/>
                  <a:pt x="2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Freeform 7"/>
          <p:cNvSpPr>
            <a:spLocks noEditPoints="1"/>
          </p:cNvSpPr>
          <p:nvPr/>
        </p:nvSpPr>
        <p:spPr bwMode="auto">
          <a:xfrm>
            <a:off x="9598025" y="4244975"/>
            <a:ext cx="836613" cy="131763"/>
          </a:xfrm>
          <a:custGeom>
            <a:avLst/>
            <a:gdLst>
              <a:gd name="T0" fmla="*/ 23 w 279"/>
              <a:gd name="T1" fmla="*/ 44 h 44"/>
              <a:gd name="T2" fmla="*/ 174 w 279"/>
              <a:gd name="T3" fmla="*/ 0 h 44"/>
              <a:gd name="T4" fmla="*/ 167 w 279"/>
              <a:gd name="T5" fmla="*/ 0 h 44"/>
              <a:gd name="T6" fmla="*/ 161 w 279"/>
              <a:gd name="T7" fmla="*/ 0 h 44"/>
              <a:gd name="T8" fmla="*/ 156 w 279"/>
              <a:gd name="T9" fmla="*/ 0 h 44"/>
              <a:gd name="T10" fmla="*/ 152 w 279"/>
              <a:gd name="T11" fmla="*/ 0 h 44"/>
              <a:gd name="T12" fmla="*/ 148 w 279"/>
              <a:gd name="T13" fmla="*/ 0 h 44"/>
              <a:gd name="T14" fmla="*/ 145 w 279"/>
              <a:gd name="T15" fmla="*/ 0 h 44"/>
              <a:gd name="T16" fmla="*/ 143 w 279"/>
              <a:gd name="T17" fmla="*/ 0 h 44"/>
              <a:gd name="T18" fmla="*/ 142 w 279"/>
              <a:gd name="T19" fmla="*/ 0 h 44"/>
              <a:gd name="T20" fmla="*/ 141 w 279"/>
              <a:gd name="T21" fmla="*/ 0 h 44"/>
              <a:gd name="T22" fmla="*/ 140 w 279"/>
              <a:gd name="T23" fmla="*/ 0 h 44"/>
              <a:gd name="T24" fmla="*/ 140 w 279"/>
              <a:gd name="T25" fmla="*/ 0 h 44"/>
              <a:gd name="T26" fmla="*/ 139 w 279"/>
              <a:gd name="T27" fmla="*/ 0 h 44"/>
              <a:gd name="T28" fmla="*/ 139 w 279"/>
              <a:gd name="T29" fmla="*/ 0 h 44"/>
              <a:gd name="T30" fmla="*/ 132 w 279"/>
              <a:gd name="T31" fmla="*/ 0 h 44"/>
              <a:gd name="T32" fmla="*/ 122 w 279"/>
              <a:gd name="T33" fmla="*/ 0 h 44"/>
              <a:gd name="T34" fmla="*/ 114 w 279"/>
              <a:gd name="T35" fmla="*/ 0 h 44"/>
              <a:gd name="T36" fmla="*/ 107 w 279"/>
              <a:gd name="T37" fmla="*/ 0 h 44"/>
              <a:gd name="T38" fmla="*/ 101 w 279"/>
              <a:gd name="T39" fmla="*/ 0 h 44"/>
              <a:gd name="T40" fmla="*/ 96 w 279"/>
              <a:gd name="T41" fmla="*/ 0 h 44"/>
              <a:gd name="T42" fmla="*/ 92 w 279"/>
              <a:gd name="T43" fmla="*/ 0 h 44"/>
              <a:gd name="T44" fmla="*/ 89 w 279"/>
              <a:gd name="T45" fmla="*/ 0 h 44"/>
              <a:gd name="T46" fmla="*/ 87 w 279"/>
              <a:gd name="T47" fmla="*/ 0 h 44"/>
              <a:gd name="T48" fmla="*/ 85 w 279"/>
              <a:gd name="T49" fmla="*/ 0 h 44"/>
              <a:gd name="T50" fmla="*/ 83 w 279"/>
              <a:gd name="T51" fmla="*/ 0 h 44"/>
              <a:gd name="T52" fmla="*/ 82 w 279"/>
              <a:gd name="T53" fmla="*/ 0 h 44"/>
              <a:gd name="T54" fmla="*/ 82 w 279"/>
              <a:gd name="T55" fmla="*/ 0 h 44"/>
              <a:gd name="T56" fmla="*/ 81 w 279"/>
              <a:gd name="T57" fmla="*/ 0 h 44"/>
              <a:gd name="T58" fmla="*/ 81 w 279"/>
              <a:gd name="T59" fmla="*/ 0 h 44"/>
              <a:gd name="T60" fmla="*/ 81 w 279"/>
              <a:gd name="T61" fmla="*/ 0 h 44"/>
              <a:gd name="T62" fmla="*/ 73 w 279"/>
              <a:gd name="T63" fmla="*/ 0 h 44"/>
              <a:gd name="T64" fmla="*/ 67 w 279"/>
              <a:gd name="T65" fmla="*/ 44 h 44"/>
              <a:gd name="T66" fmla="*/ 80 w 279"/>
              <a:gd name="T67" fmla="*/ 44 h 44"/>
              <a:gd name="T68" fmla="*/ 93 w 279"/>
              <a:gd name="T69" fmla="*/ 44 h 44"/>
              <a:gd name="T70" fmla="*/ 104 w 279"/>
              <a:gd name="T71" fmla="*/ 44 h 44"/>
              <a:gd name="T72" fmla="*/ 113 w 279"/>
              <a:gd name="T73" fmla="*/ 44 h 44"/>
              <a:gd name="T74" fmla="*/ 120 w 279"/>
              <a:gd name="T75" fmla="*/ 44 h 44"/>
              <a:gd name="T76" fmla="*/ 126 w 279"/>
              <a:gd name="T77" fmla="*/ 44 h 44"/>
              <a:gd name="T78" fmla="*/ 131 w 279"/>
              <a:gd name="T79" fmla="*/ 44 h 44"/>
              <a:gd name="T80" fmla="*/ 134 w 279"/>
              <a:gd name="T81" fmla="*/ 44 h 44"/>
              <a:gd name="T82" fmla="*/ 136 w 279"/>
              <a:gd name="T83" fmla="*/ 44 h 44"/>
              <a:gd name="T84" fmla="*/ 138 w 279"/>
              <a:gd name="T85" fmla="*/ 44 h 44"/>
              <a:gd name="T86" fmla="*/ 139 w 279"/>
              <a:gd name="T87" fmla="*/ 44 h 44"/>
              <a:gd name="T88" fmla="*/ 139 w 279"/>
              <a:gd name="T89" fmla="*/ 44 h 44"/>
              <a:gd name="T90" fmla="*/ 139 w 279"/>
              <a:gd name="T91" fmla="*/ 44 h 44"/>
              <a:gd name="T92" fmla="*/ 150 w 279"/>
              <a:gd name="T93" fmla="*/ 44 h 44"/>
              <a:gd name="T94" fmla="*/ 169 w 279"/>
              <a:gd name="T95" fmla="*/ 44 h 44"/>
              <a:gd name="T96" fmla="*/ 279 w 279"/>
              <a:gd name="T97" fmla="*/ 23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79" h="44">
                <a:moveTo>
                  <a:pt x="67" y="0"/>
                </a:moveTo>
                <a:cubicBezTo>
                  <a:pt x="23" y="0"/>
                  <a:pt x="23" y="0"/>
                  <a:pt x="23" y="0"/>
                </a:cubicBezTo>
                <a:cubicBezTo>
                  <a:pt x="11" y="0"/>
                  <a:pt x="0" y="11"/>
                  <a:pt x="0" y="23"/>
                </a:cubicBezTo>
                <a:cubicBezTo>
                  <a:pt x="0" y="35"/>
                  <a:pt x="11" y="44"/>
                  <a:pt x="23" y="44"/>
                </a:cubicBezTo>
                <a:cubicBezTo>
                  <a:pt x="67" y="44"/>
                  <a:pt x="67" y="44"/>
                  <a:pt x="67" y="44"/>
                </a:cubicBezTo>
                <a:moveTo>
                  <a:pt x="256" y="0"/>
                </a:moveTo>
                <a:cubicBezTo>
                  <a:pt x="198" y="0"/>
                  <a:pt x="198" y="0"/>
                  <a:pt x="198" y="0"/>
                </a:cubicBezTo>
                <a:cubicBezTo>
                  <a:pt x="174" y="0"/>
                  <a:pt x="174" y="0"/>
                  <a:pt x="174" y="0"/>
                </a:cubicBezTo>
                <a:cubicBezTo>
                  <a:pt x="173" y="0"/>
                  <a:pt x="173" y="0"/>
                  <a:pt x="173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166" y="0"/>
                  <a:pt x="166" y="0"/>
                  <a:pt x="166" y="0"/>
                </a:cubicBezTo>
                <a:cubicBezTo>
                  <a:pt x="164" y="0"/>
                  <a:pt x="164" y="0"/>
                  <a:pt x="164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161" y="0"/>
                  <a:pt x="161" y="0"/>
                  <a:pt x="161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58" y="0"/>
                  <a:pt x="158" y="0"/>
                  <a:pt x="158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1" y="0"/>
                  <a:pt x="151" y="0"/>
                  <a:pt x="151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9" y="0"/>
                  <a:pt x="149" y="0"/>
                  <a:pt x="149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6" y="0"/>
                  <a:pt x="146" y="0"/>
                  <a:pt x="146" y="0"/>
                </a:cubicBezTo>
                <a:cubicBezTo>
                  <a:pt x="145" y="0"/>
                  <a:pt x="145" y="0"/>
                  <a:pt x="145" y="0"/>
                </a:cubicBezTo>
                <a:cubicBezTo>
                  <a:pt x="145" y="0"/>
                  <a:pt x="145" y="0"/>
                  <a:pt x="145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43" y="0"/>
                  <a:pt x="143" y="0"/>
                  <a:pt x="143" y="0"/>
                </a:cubicBezTo>
                <a:cubicBezTo>
                  <a:pt x="143" y="0"/>
                  <a:pt x="143" y="0"/>
                  <a:pt x="143" y="0"/>
                </a:cubicBezTo>
                <a:cubicBezTo>
                  <a:pt x="143" y="0"/>
                  <a:pt x="143" y="0"/>
                  <a:pt x="143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34" y="0"/>
                  <a:pt x="134" y="0"/>
                  <a:pt x="134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27" y="0"/>
                  <a:pt x="127" y="0"/>
                  <a:pt x="127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22" y="0"/>
                  <a:pt x="122" y="0"/>
                  <a:pt x="122" y="0"/>
                </a:cubicBezTo>
                <a:cubicBezTo>
                  <a:pt x="120" y="0"/>
                  <a:pt x="120" y="0"/>
                  <a:pt x="120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2" y="0"/>
                  <a:pt x="112" y="0"/>
                  <a:pt x="112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09" y="0"/>
                  <a:pt x="109" y="0"/>
                  <a:pt x="109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1" y="0"/>
                  <a:pt x="101" y="0"/>
                  <a:pt x="101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8" y="0"/>
                  <a:pt x="98" y="0"/>
                  <a:pt x="98" y="0"/>
                </a:cubicBezTo>
                <a:cubicBezTo>
                  <a:pt x="96" y="0"/>
                  <a:pt x="96" y="0"/>
                  <a:pt x="96" y="0"/>
                </a:cubicBezTo>
                <a:cubicBezTo>
                  <a:pt x="95" y="0"/>
                  <a:pt x="95" y="0"/>
                  <a:pt x="95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90" y="0"/>
                  <a:pt x="90" y="0"/>
                  <a:pt x="90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78" y="0"/>
                  <a:pt x="78" y="0"/>
                  <a:pt x="78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7" y="15"/>
                  <a:pt x="67" y="29"/>
                  <a:pt x="67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73" y="44"/>
                  <a:pt x="73" y="44"/>
                  <a:pt x="73" y="44"/>
                </a:cubicBezTo>
                <a:cubicBezTo>
                  <a:pt x="77" y="44"/>
                  <a:pt x="77" y="44"/>
                  <a:pt x="77" y="44"/>
                </a:cubicBezTo>
                <a:cubicBezTo>
                  <a:pt x="80" y="44"/>
                  <a:pt x="80" y="44"/>
                  <a:pt x="80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7" y="44"/>
                  <a:pt x="87" y="44"/>
                  <a:pt x="87" y="44"/>
                </a:cubicBezTo>
                <a:cubicBezTo>
                  <a:pt x="90" y="44"/>
                  <a:pt x="90" y="44"/>
                  <a:pt x="90" y="44"/>
                </a:cubicBezTo>
                <a:cubicBezTo>
                  <a:pt x="93" y="44"/>
                  <a:pt x="93" y="44"/>
                  <a:pt x="93" y="44"/>
                </a:cubicBezTo>
                <a:cubicBezTo>
                  <a:pt x="96" y="44"/>
                  <a:pt x="96" y="44"/>
                  <a:pt x="96" y="44"/>
                </a:cubicBezTo>
                <a:cubicBezTo>
                  <a:pt x="99" y="44"/>
                  <a:pt x="99" y="44"/>
                  <a:pt x="99" y="44"/>
                </a:cubicBezTo>
                <a:cubicBezTo>
                  <a:pt x="102" y="44"/>
                  <a:pt x="102" y="44"/>
                  <a:pt x="102" y="44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6" y="44"/>
                  <a:pt x="106" y="44"/>
                  <a:pt x="106" y="44"/>
                </a:cubicBezTo>
                <a:cubicBezTo>
                  <a:pt x="109" y="44"/>
                  <a:pt x="109" y="44"/>
                  <a:pt x="109" y="44"/>
                </a:cubicBezTo>
                <a:cubicBezTo>
                  <a:pt x="111" y="44"/>
                  <a:pt x="111" y="44"/>
                  <a:pt x="111" y="44"/>
                </a:cubicBezTo>
                <a:cubicBezTo>
                  <a:pt x="113" y="44"/>
                  <a:pt x="113" y="44"/>
                  <a:pt x="113" y="44"/>
                </a:cubicBezTo>
                <a:cubicBezTo>
                  <a:pt x="115" y="44"/>
                  <a:pt x="115" y="44"/>
                  <a:pt x="115" y="44"/>
                </a:cubicBezTo>
                <a:cubicBezTo>
                  <a:pt x="117" y="44"/>
                  <a:pt x="117" y="44"/>
                  <a:pt x="117" y="44"/>
                </a:cubicBezTo>
                <a:cubicBezTo>
                  <a:pt x="119" y="44"/>
                  <a:pt x="119" y="44"/>
                  <a:pt x="119" y="44"/>
                </a:cubicBezTo>
                <a:cubicBezTo>
                  <a:pt x="120" y="44"/>
                  <a:pt x="120" y="44"/>
                  <a:pt x="120" y="44"/>
                </a:cubicBezTo>
                <a:cubicBezTo>
                  <a:pt x="122" y="44"/>
                  <a:pt x="122" y="44"/>
                  <a:pt x="122" y="44"/>
                </a:cubicBezTo>
                <a:cubicBezTo>
                  <a:pt x="123" y="44"/>
                  <a:pt x="123" y="44"/>
                  <a:pt x="123" y="44"/>
                </a:cubicBezTo>
                <a:cubicBezTo>
                  <a:pt x="125" y="44"/>
                  <a:pt x="125" y="44"/>
                  <a:pt x="125" y="44"/>
                </a:cubicBezTo>
                <a:cubicBezTo>
                  <a:pt x="126" y="44"/>
                  <a:pt x="126" y="44"/>
                  <a:pt x="126" y="44"/>
                </a:cubicBezTo>
                <a:cubicBezTo>
                  <a:pt x="127" y="44"/>
                  <a:pt x="127" y="44"/>
                  <a:pt x="127" y="44"/>
                </a:cubicBezTo>
                <a:cubicBezTo>
                  <a:pt x="129" y="44"/>
                  <a:pt x="129" y="44"/>
                  <a:pt x="129" y="44"/>
                </a:cubicBezTo>
                <a:cubicBezTo>
                  <a:pt x="130" y="44"/>
                  <a:pt x="130" y="44"/>
                  <a:pt x="130" y="44"/>
                </a:cubicBezTo>
                <a:cubicBezTo>
                  <a:pt x="131" y="44"/>
                  <a:pt x="131" y="44"/>
                  <a:pt x="131" y="44"/>
                </a:cubicBezTo>
                <a:cubicBezTo>
                  <a:pt x="132" y="44"/>
                  <a:pt x="132" y="44"/>
                  <a:pt x="132" y="44"/>
                </a:cubicBezTo>
                <a:cubicBezTo>
                  <a:pt x="132" y="44"/>
                  <a:pt x="132" y="44"/>
                  <a:pt x="132" y="44"/>
                </a:cubicBezTo>
                <a:cubicBezTo>
                  <a:pt x="133" y="44"/>
                  <a:pt x="133" y="44"/>
                  <a:pt x="133" y="44"/>
                </a:cubicBezTo>
                <a:cubicBezTo>
                  <a:pt x="134" y="44"/>
                  <a:pt x="134" y="44"/>
                  <a:pt x="134" y="44"/>
                </a:cubicBezTo>
                <a:cubicBezTo>
                  <a:pt x="135" y="44"/>
                  <a:pt x="135" y="44"/>
                  <a:pt x="135" y="44"/>
                </a:cubicBezTo>
                <a:cubicBezTo>
                  <a:pt x="135" y="44"/>
                  <a:pt x="135" y="44"/>
                  <a:pt x="135" y="44"/>
                </a:cubicBezTo>
                <a:cubicBezTo>
                  <a:pt x="136" y="44"/>
                  <a:pt x="136" y="44"/>
                  <a:pt x="136" y="44"/>
                </a:cubicBezTo>
                <a:cubicBezTo>
                  <a:pt x="136" y="44"/>
                  <a:pt x="136" y="44"/>
                  <a:pt x="136" y="44"/>
                </a:cubicBezTo>
                <a:cubicBezTo>
                  <a:pt x="137" y="44"/>
                  <a:pt x="137" y="44"/>
                  <a:pt x="137" y="44"/>
                </a:cubicBezTo>
                <a:cubicBezTo>
                  <a:pt x="137" y="44"/>
                  <a:pt x="137" y="44"/>
                  <a:pt x="137" y="44"/>
                </a:cubicBezTo>
                <a:cubicBezTo>
                  <a:pt x="138" y="44"/>
                  <a:pt x="138" y="44"/>
                  <a:pt x="138" y="44"/>
                </a:cubicBezTo>
                <a:cubicBezTo>
                  <a:pt x="138" y="44"/>
                  <a:pt x="138" y="44"/>
                  <a:pt x="138" y="44"/>
                </a:cubicBezTo>
                <a:cubicBezTo>
                  <a:pt x="138" y="44"/>
                  <a:pt x="138" y="44"/>
                  <a:pt x="138" y="44"/>
                </a:cubicBezTo>
                <a:cubicBezTo>
                  <a:pt x="138" y="44"/>
                  <a:pt x="138" y="44"/>
                  <a:pt x="138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45" y="44"/>
                  <a:pt x="145" y="44"/>
                  <a:pt x="145" y="44"/>
                </a:cubicBezTo>
                <a:cubicBezTo>
                  <a:pt x="150" y="44"/>
                  <a:pt x="150" y="44"/>
                  <a:pt x="150" y="44"/>
                </a:cubicBezTo>
                <a:cubicBezTo>
                  <a:pt x="155" y="44"/>
                  <a:pt x="155" y="44"/>
                  <a:pt x="155" y="44"/>
                </a:cubicBezTo>
                <a:cubicBezTo>
                  <a:pt x="160" y="44"/>
                  <a:pt x="160" y="44"/>
                  <a:pt x="160" y="44"/>
                </a:cubicBezTo>
                <a:cubicBezTo>
                  <a:pt x="165" y="44"/>
                  <a:pt x="165" y="44"/>
                  <a:pt x="165" y="44"/>
                </a:cubicBezTo>
                <a:cubicBezTo>
                  <a:pt x="169" y="44"/>
                  <a:pt x="169" y="44"/>
                  <a:pt x="169" y="44"/>
                </a:cubicBezTo>
                <a:cubicBezTo>
                  <a:pt x="174" y="44"/>
                  <a:pt x="174" y="44"/>
                  <a:pt x="174" y="44"/>
                </a:cubicBezTo>
                <a:cubicBezTo>
                  <a:pt x="174" y="44"/>
                  <a:pt x="174" y="44"/>
                  <a:pt x="174" y="44"/>
                </a:cubicBezTo>
                <a:cubicBezTo>
                  <a:pt x="256" y="44"/>
                  <a:pt x="256" y="44"/>
                  <a:pt x="256" y="44"/>
                </a:cubicBezTo>
                <a:cubicBezTo>
                  <a:pt x="269" y="44"/>
                  <a:pt x="279" y="35"/>
                  <a:pt x="279" y="23"/>
                </a:cubicBezTo>
                <a:cubicBezTo>
                  <a:pt x="279" y="11"/>
                  <a:pt x="269" y="0"/>
                  <a:pt x="256" y="0"/>
                </a:cubicBez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Freeform 8"/>
          <p:cNvSpPr/>
          <p:nvPr/>
        </p:nvSpPr>
        <p:spPr bwMode="auto">
          <a:xfrm>
            <a:off x="9332913" y="2957513"/>
            <a:ext cx="349250" cy="709613"/>
          </a:xfrm>
          <a:custGeom>
            <a:avLst/>
            <a:gdLst>
              <a:gd name="T0" fmla="*/ 93 w 117"/>
              <a:gd name="T1" fmla="*/ 0 h 237"/>
              <a:gd name="T2" fmla="*/ 93 w 117"/>
              <a:gd name="T3" fmla="*/ 0 h 237"/>
              <a:gd name="T4" fmla="*/ 3 w 117"/>
              <a:gd name="T5" fmla="*/ 0 h 237"/>
              <a:gd name="T6" fmla="*/ 117 w 117"/>
              <a:gd name="T7" fmla="*/ 237 h 237"/>
              <a:gd name="T8" fmla="*/ 109 w 117"/>
              <a:gd name="T9" fmla="*/ 207 h 237"/>
              <a:gd name="T10" fmla="*/ 83 w 117"/>
              <a:gd name="T11" fmla="*/ 190 h 237"/>
              <a:gd name="T12" fmla="*/ 31 w 117"/>
              <a:gd name="T13" fmla="*/ 26 h 237"/>
              <a:gd name="T14" fmla="*/ 93 w 117"/>
              <a:gd name="T15" fmla="*/ 26 h 237"/>
              <a:gd name="T16" fmla="*/ 93 w 117"/>
              <a:gd name="T17" fmla="*/ 0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7" h="237">
                <a:moveTo>
                  <a:pt x="93" y="0"/>
                </a:moveTo>
                <a:cubicBezTo>
                  <a:pt x="93" y="0"/>
                  <a:pt x="93" y="0"/>
                  <a:pt x="93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214"/>
                  <a:pt x="117" y="237"/>
                </a:cubicBezTo>
                <a:cubicBezTo>
                  <a:pt x="115" y="227"/>
                  <a:pt x="113" y="218"/>
                  <a:pt x="109" y="207"/>
                </a:cubicBezTo>
                <a:cubicBezTo>
                  <a:pt x="100" y="204"/>
                  <a:pt x="91" y="198"/>
                  <a:pt x="83" y="190"/>
                </a:cubicBezTo>
                <a:cubicBezTo>
                  <a:pt x="46" y="151"/>
                  <a:pt x="33" y="74"/>
                  <a:pt x="31" y="26"/>
                </a:cubicBezTo>
                <a:cubicBezTo>
                  <a:pt x="93" y="26"/>
                  <a:pt x="93" y="26"/>
                  <a:pt x="93" y="26"/>
                </a:cubicBezTo>
                <a:lnTo>
                  <a:pt x="93" y="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Freeform 11"/>
          <p:cNvSpPr/>
          <p:nvPr/>
        </p:nvSpPr>
        <p:spPr bwMode="auto">
          <a:xfrm>
            <a:off x="10355263" y="2957513"/>
            <a:ext cx="350838" cy="709613"/>
          </a:xfrm>
          <a:custGeom>
            <a:avLst/>
            <a:gdLst>
              <a:gd name="T0" fmla="*/ 24 w 117"/>
              <a:gd name="T1" fmla="*/ 0 h 237"/>
              <a:gd name="T2" fmla="*/ 24 w 117"/>
              <a:gd name="T3" fmla="*/ 0 h 237"/>
              <a:gd name="T4" fmla="*/ 114 w 117"/>
              <a:gd name="T5" fmla="*/ 0 h 237"/>
              <a:gd name="T6" fmla="*/ 0 w 117"/>
              <a:gd name="T7" fmla="*/ 237 h 237"/>
              <a:gd name="T8" fmla="*/ 8 w 117"/>
              <a:gd name="T9" fmla="*/ 207 h 237"/>
              <a:gd name="T10" fmla="*/ 34 w 117"/>
              <a:gd name="T11" fmla="*/ 190 h 237"/>
              <a:gd name="T12" fmla="*/ 86 w 117"/>
              <a:gd name="T13" fmla="*/ 26 h 237"/>
              <a:gd name="T14" fmla="*/ 24 w 117"/>
              <a:gd name="T15" fmla="*/ 26 h 237"/>
              <a:gd name="T16" fmla="*/ 24 w 117"/>
              <a:gd name="T17" fmla="*/ 0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7" h="237">
                <a:moveTo>
                  <a:pt x="24" y="0"/>
                </a:moveTo>
                <a:cubicBezTo>
                  <a:pt x="24" y="0"/>
                  <a:pt x="24" y="0"/>
                  <a:pt x="24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4" y="0"/>
                  <a:pt x="117" y="214"/>
                  <a:pt x="0" y="237"/>
                </a:cubicBezTo>
                <a:cubicBezTo>
                  <a:pt x="2" y="227"/>
                  <a:pt x="4" y="218"/>
                  <a:pt x="8" y="207"/>
                </a:cubicBezTo>
                <a:cubicBezTo>
                  <a:pt x="17" y="204"/>
                  <a:pt x="25" y="198"/>
                  <a:pt x="34" y="190"/>
                </a:cubicBezTo>
                <a:cubicBezTo>
                  <a:pt x="71" y="151"/>
                  <a:pt x="84" y="74"/>
                  <a:pt x="86" y="26"/>
                </a:cubicBezTo>
                <a:cubicBezTo>
                  <a:pt x="24" y="26"/>
                  <a:pt x="24" y="26"/>
                  <a:pt x="24" y="26"/>
                </a:cubicBezTo>
                <a:lnTo>
                  <a:pt x="24" y="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Freeform 13"/>
          <p:cNvSpPr/>
          <p:nvPr/>
        </p:nvSpPr>
        <p:spPr bwMode="auto">
          <a:xfrm>
            <a:off x="10017125" y="3436938"/>
            <a:ext cx="392113" cy="476250"/>
          </a:xfrm>
          <a:custGeom>
            <a:avLst/>
            <a:gdLst>
              <a:gd name="T0" fmla="*/ 0 w 131"/>
              <a:gd name="T1" fmla="*/ 159 h 159"/>
              <a:gd name="T2" fmla="*/ 0 w 131"/>
              <a:gd name="T3" fmla="*/ 0 h 159"/>
              <a:gd name="T4" fmla="*/ 131 w 131"/>
              <a:gd name="T5" fmla="*/ 0 h 159"/>
              <a:gd name="T6" fmla="*/ 122 w 131"/>
              <a:gd name="T7" fmla="*/ 47 h 159"/>
              <a:gd name="T8" fmla="*/ 114 w 131"/>
              <a:gd name="T9" fmla="*/ 77 h 159"/>
              <a:gd name="T10" fmla="*/ 114 w 131"/>
              <a:gd name="T11" fmla="*/ 77 h 159"/>
              <a:gd name="T12" fmla="*/ 77 w 131"/>
              <a:gd name="T13" fmla="*/ 119 h 159"/>
              <a:gd name="T14" fmla="*/ 83 w 131"/>
              <a:gd name="T15" fmla="*/ 130 h 159"/>
              <a:gd name="T16" fmla="*/ 70 w 131"/>
              <a:gd name="T17" fmla="*/ 143 h 159"/>
              <a:gd name="T18" fmla="*/ 62 w 131"/>
              <a:gd name="T19" fmla="*/ 143 h 159"/>
              <a:gd name="T20" fmla="*/ 62 w 131"/>
              <a:gd name="T21" fmla="*/ 146 h 159"/>
              <a:gd name="T22" fmla="*/ 49 w 131"/>
              <a:gd name="T23" fmla="*/ 159 h 159"/>
              <a:gd name="T24" fmla="*/ 34 w 131"/>
              <a:gd name="T25" fmla="*/ 159 h 159"/>
              <a:gd name="T26" fmla="*/ 12 w 131"/>
              <a:gd name="T27" fmla="*/ 159 h 159"/>
              <a:gd name="T28" fmla="*/ 0 w 131"/>
              <a:gd name="T29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1" h="159">
                <a:moveTo>
                  <a:pt x="0" y="159"/>
                </a:moveTo>
                <a:cubicBezTo>
                  <a:pt x="0" y="0"/>
                  <a:pt x="0" y="0"/>
                  <a:pt x="0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29" y="17"/>
                  <a:pt x="126" y="33"/>
                  <a:pt x="122" y="47"/>
                </a:cubicBezTo>
                <a:cubicBezTo>
                  <a:pt x="119" y="58"/>
                  <a:pt x="116" y="67"/>
                  <a:pt x="114" y="77"/>
                </a:cubicBezTo>
                <a:cubicBezTo>
                  <a:pt x="114" y="77"/>
                  <a:pt x="114" y="77"/>
                  <a:pt x="114" y="77"/>
                </a:cubicBezTo>
                <a:cubicBezTo>
                  <a:pt x="104" y="100"/>
                  <a:pt x="92" y="115"/>
                  <a:pt x="77" y="119"/>
                </a:cubicBezTo>
                <a:cubicBezTo>
                  <a:pt x="80" y="121"/>
                  <a:pt x="83" y="126"/>
                  <a:pt x="83" y="130"/>
                </a:cubicBezTo>
                <a:cubicBezTo>
                  <a:pt x="83" y="137"/>
                  <a:pt x="77" y="143"/>
                  <a:pt x="70" y="143"/>
                </a:cubicBezTo>
                <a:cubicBezTo>
                  <a:pt x="62" y="143"/>
                  <a:pt x="62" y="143"/>
                  <a:pt x="62" y="143"/>
                </a:cubicBezTo>
                <a:cubicBezTo>
                  <a:pt x="62" y="144"/>
                  <a:pt x="62" y="145"/>
                  <a:pt x="62" y="146"/>
                </a:cubicBezTo>
                <a:cubicBezTo>
                  <a:pt x="62" y="153"/>
                  <a:pt x="56" y="159"/>
                  <a:pt x="49" y="159"/>
                </a:cubicBezTo>
                <a:cubicBezTo>
                  <a:pt x="34" y="159"/>
                  <a:pt x="34" y="159"/>
                  <a:pt x="34" y="159"/>
                </a:cubicBezTo>
                <a:cubicBezTo>
                  <a:pt x="12" y="159"/>
                  <a:pt x="12" y="159"/>
                  <a:pt x="12" y="159"/>
                </a:cubicBezTo>
                <a:lnTo>
                  <a:pt x="0" y="159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Freeform 12"/>
          <p:cNvSpPr/>
          <p:nvPr/>
        </p:nvSpPr>
        <p:spPr bwMode="auto">
          <a:xfrm>
            <a:off x="10017125" y="2957513"/>
            <a:ext cx="417513" cy="479425"/>
          </a:xfrm>
          <a:custGeom>
            <a:avLst/>
            <a:gdLst>
              <a:gd name="T0" fmla="*/ 0 w 139"/>
              <a:gd name="T1" fmla="*/ 160 h 160"/>
              <a:gd name="T2" fmla="*/ 0 w 139"/>
              <a:gd name="T3" fmla="*/ 0 h 160"/>
              <a:gd name="T4" fmla="*/ 0 w 139"/>
              <a:gd name="T5" fmla="*/ 0 h 160"/>
              <a:gd name="T6" fmla="*/ 115 w 139"/>
              <a:gd name="T7" fmla="*/ 0 h 160"/>
              <a:gd name="T8" fmla="*/ 137 w 139"/>
              <a:gd name="T9" fmla="*/ 0 h 160"/>
              <a:gd name="T10" fmla="*/ 138 w 139"/>
              <a:gd name="T11" fmla="*/ 0 h 160"/>
              <a:gd name="T12" fmla="*/ 139 w 139"/>
              <a:gd name="T13" fmla="*/ 26 h 160"/>
              <a:gd name="T14" fmla="*/ 131 w 139"/>
              <a:gd name="T15" fmla="*/ 160 h 160"/>
              <a:gd name="T16" fmla="*/ 0 w 139"/>
              <a:gd name="T17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9" h="160">
                <a:moveTo>
                  <a:pt x="0" y="16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15" y="0"/>
                  <a:pt x="115" y="0"/>
                  <a:pt x="115" y="0"/>
                </a:cubicBezTo>
                <a:cubicBezTo>
                  <a:pt x="129" y="0"/>
                  <a:pt x="135" y="0"/>
                  <a:pt x="137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39" y="26"/>
                  <a:pt x="139" y="26"/>
                  <a:pt x="139" y="26"/>
                </a:cubicBezTo>
                <a:cubicBezTo>
                  <a:pt x="139" y="57"/>
                  <a:pt x="138" y="110"/>
                  <a:pt x="131" y="160"/>
                </a:cubicBezTo>
                <a:lnTo>
                  <a:pt x="0" y="16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Freeform 9"/>
          <p:cNvSpPr/>
          <p:nvPr/>
        </p:nvSpPr>
        <p:spPr bwMode="auto">
          <a:xfrm>
            <a:off x="9604375" y="2957513"/>
            <a:ext cx="412750" cy="479425"/>
          </a:xfrm>
          <a:custGeom>
            <a:avLst/>
            <a:gdLst>
              <a:gd name="T0" fmla="*/ 138 w 138"/>
              <a:gd name="T1" fmla="*/ 160 h 160"/>
              <a:gd name="T2" fmla="*/ 138 w 138"/>
              <a:gd name="T3" fmla="*/ 0 h 160"/>
              <a:gd name="T4" fmla="*/ 138 w 138"/>
              <a:gd name="T5" fmla="*/ 0 h 160"/>
              <a:gd name="T6" fmla="*/ 24 w 138"/>
              <a:gd name="T7" fmla="*/ 0 h 160"/>
              <a:gd name="T8" fmla="*/ 2 w 138"/>
              <a:gd name="T9" fmla="*/ 0 h 160"/>
              <a:gd name="T10" fmla="*/ 0 w 138"/>
              <a:gd name="T11" fmla="*/ 0 h 160"/>
              <a:gd name="T12" fmla="*/ 0 w 138"/>
              <a:gd name="T13" fmla="*/ 26 h 160"/>
              <a:gd name="T14" fmla="*/ 8 w 138"/>
              <a:gd name="T15" fmla="*/ 160 h 160"/>
              <a:gd name="T16" fmla="*/ 138 w 138"/>
              <a:gd name="T17" fmla="*/ 1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8" h="160">
                <a:moveTo>
                  <a:pt x="138" y="160"/>
                </a:moveTo>
                <a:cubicBezTo>
                  <a:pt x="138" y="0"/>
                  <a:pt x="138" y="0"/>
                  <a:pt x="138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4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57"/>
                  <a:pt x="1" y="110"/>
                  <a:pt x="8" y="160"/>
                </a:cubicBezTo>
                <a:lnTo>
                  <a:pt x="138" y="160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Freeform 10"/>
          <p:cNvSpPr/>
          <p:nvPr/>
        </p:nvSpPr>
        <p:spPr bwMode="auto">
          <a:xfrm>
            <a:off x="9628188" y="3436938"/>
            <a:ext cx="388938" cy="476250"/>
          </a:xfrm>
          <a:custGeom>
            <a:avLst/>
            <a:gdLst>
              <a:gd name="T0" fmla="*/ 130 w 130"/>
              <a:gd name="T1" fmla="*/ 159 h 159"/>
              <a:gd name="T2" fmla="*/ 130 w 130"/>
              <a:gd name="T3" fmla="*/ 0 h 159"/>
              <a:gd name="T4" fmla="*/ 0 w 130"/>
              <a:gd name="T5" fmla="*/ 0 h 159"/>
              <a:gd name="T6" fmla="*/ 9 w 130"/>
              <a:gd name="T7" fmla="*/ 47 h 159"/>
              <a:gd name="T8" fmla="*/ 17 w 130"/>
              <a:gd name="T9" fmla="*/ 77 h 159"/>
              <a:gd name="T10" fmla="*/ 17 w 130"/>
              <a:gd name="T11" fmla="*/ 77 h 159"/>
              <a:gd name="T12" fmla="*/ 54 w 130"/>
              <a:gd name="T13" fmla="*/ 119 h 159"/>
              <a:gd name="T14" fmla="*/ 48 w 130"/>
              <a:gd name="T15" fmla="*/ 130 h 159"/>
              <a:gd name="T16" fmla="*/ 61 w 130"/>
              <a:gd name="T17" fmla="*/ 143 h 159"/>
              <a:gd name="T18" fmla="*/ 69 w 130"/>
              <a:gd name="T19" fmla="*/ 143 h 159"/>
              <a:gd name="T20" fmla="*/ 69 w 130"/>
              <a:gd name="T21" fmla="*/ 146 h 159"/>
              <a:gd name="T22" fmla="*/ 82 w 130"/>
              <a:gd name="T23" fmla="*/ 159 h 159"/>
              <a:gd name="T24" fmla="*/ 97 w 130"/>
              <a:gd name="T25" fmla="*/ 159 h 159"/>
              <a:gd name="T26" fmla="*/ 118 w 130"/>
              <a:gd name="T27" fmla="*/ 159 h 159"/>
              <a:gd name="T28" fmla="*/ 130 w 130"/>
              <a:gd name="T29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" h="159">
                <a:moveTo>
                  <a:pt x="130" y="159"/>
                </a:moveTo>
                <a:cubicBezTo>
                  <a:pt x="130" y="0"/>
                  <a:pt x="130" y="0"/>
                  <a:pt x="130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17"/>
                  <a:pt x="5" y="33"/>
                  <a:pt x="9" y="47"/>
                </a:cubicBezTo>
                <a:cubicBezTo>
                  <a:pt x="12" y="58"/>
                  <a:pt x="15" y="67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27" y="100"/>
                  <a:pt x="39" y="115"/>
                  <a:pt x="54" y="119"/>
                </a:cubicBezTo>
                <a:cubicBezTo>
                  <a:pt x="51" y="121"/>
                  <a:pt x="48" y="126"/>
                  <a:pt x="48" y="130"/>
                </a:cubicBezTo>
                <a:cubicBezTo>
                  <a:pt x="48" y="137"/>
                  <a:pt x="54" y="143"/>
                  <a:pt x="61" y="143"/>
                </a:cubicBezTo>
                <a:cubicBezTo>
                  <a:pt x="69" y="143"/>
                  <a:pt x="69" y="143"/>
                  <a:pt x="69" y="143"/>
                </a:cubicBezTo>
                <a:cubicBezTo>
                  <a:pt x="69" y="144"/>
                  <a:pt x="69" y="145"/>
                  <a:pt x="69" y="146"/>
                </a:cubicBezTo>
                <a:cubicBezTo>
                  <a:pt x="69" y="153"/>
                  <a:pt x="74" y="159"/>
                  <a:pt x="82" y="159"/>
                </a:cubicBezTo>
                <a:cubicBezTo>
                  <a:pt x="97" y="159"/>
                  <a:pt x="97" y="159"/>
                  <a:pt x="97" y="159"/>
                </a:cubicBezTo>
                <a:cubicBezTo>
                  <a:pt x="118" y="159"/>
                  <a:pt x="118" y="159"/>
                  <a:pt x="118" y="159"/>
                </a:cubicBezTo>
                <a:lnTo>
                  <a:pt x="130" y="159"/>
                </a:lnTo>
                <a:close/>
              </a:path>
            </a:pathLst>
          </a:custGeom>
          <a:solidFill>
            <a:srgbClr val="74CEB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Shape 1033"/>
          <p:cNvSpPr/>
          <p:nvPr/>
        </p:nvSpPr>
        <p:spPr>
          <a:xfrm>
            <a:off x="1597025" y="2476500"/>
            <a:ext cx="736600" cy="2609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2" h="21597" extrusionOk="0">
                <a:moveTo>
                  <a:pt x="8563" y="0"/>
                </a:moveTo>
                <a:cubicBezTo>
                  <a:pt x="10027" y="-3"/>
                  <a:pt x="12311" y="423"/>
                  <a:pt x="12311" y="1065"/>
                </a:cubicBezTo>
                <a:cubicBezTo>
                  <a:pt x="12311" y="1707"/>
                  <a:pt x="12132" y="1985"/>
                  <a:pt x="11954" y="2193"/>
                </a:cubicBezTo>
                <a:cubicBezTo>
                  <a:pt x="11775" y="2401"/>
                  <a:pt x="11537" y="2367"/>
                  <a:pt x="11537" y="2367"/>
                </a:cubicBezTo>
                <a:cubicBezTo>
                  <a:pt x="11537" y="2367"/>
                  <a:pt x="11597" y="2801"/>
                  <a:pt x="11121" y="2905"/>
                </a:cubicBezTo>
                <a:cubicBezTo>
                  <a:pt x="10645" y="3009"/>
                  <a:pt x="10526" y="3043"/>
                  <a:pt x="10526" y="3182"/>
                </a:cubicBezTo>
                <a:cubicBezTo>
                  <a:pt x="10526" y="3321"/>
                  <a:pt x="10823" y="3425"/>
                  <a:pt x="11240" y="3564"/>
                </a:cubicBezTo>
                <a:cubicBezTo>
                  <a:pt x="11656" y="3703"/>
                  <a:pt x="13442" y="3859"/>
                  <a:pt x="14393" y="3963"/>
                </a:cubicBezTo>
                <a:cubicBezTo>
                  <a:pt x="15346" y="4067"/>
                  <a:pt x="16119" y="4241"/>
                  <a:pt x="16654" y="4588"/>
                </a:cubicBezTo>
                <a:cubicBezTo>
                  <a:pt x="17190" y="4935"/>
                  <a:pt x="17963" y="5369"/>
                  <a:pt x="18975" y="5664"/>
                </a:cubicBezTo>
                <a:cubicBezTo>
                  <a:pt x="19986" y="5959"/>
                  <a:pt x="21236" y="6427"/>
                  <a:pt x="20879" y="6878"/>
                </a:cubicBezTo>
                <a:cubicBezTo>
                  <a:pt x="20522" y="7329"/>
                  <a:pt x="18380" y="7676"/>
                  <a:pt x="17190" y="7486"/>
                </a:cubicBezTo>
                <a:cubicBezTo>
                  <a:pt x="16000" y="7295"/>
                  <a:pt x="15524" y="7277"/>
                  <a:pt x="15524" y="7277"/>
                </a:cubicBezTo>
                <a:cubicBezTo>
                  <a:pt x="15524" y="7277"/>
                  <a:pt x="16297" y="8266"/>
                  <a:pt x="16654" y="9255"/>
                </a:cubicBezTo>
                <a:cubicBezTo>
                  <a:pt x="17011" y="10245"/>
                  <a:pt x="17963" y="11199"/>
                  <a:pt x="17428" y="11286"/>
                </a:cubicBezTo>
                <a:cubicBezTo>
                  <a:pt x="16893" y="11372"/>
                  <a:pt x="16119" y="11477"/>
                  <a:pt x="16119" y="11477"/>
                </a:cubicBezTo>
                <a:cubicBezTo>
                  <a:pt x="16119" y="11477"/>
                  <a:pt x="15958" y="12874"/>
                  <a:pt x="15107" y="14083"/>
                </a:cubicBezTo>
                <a:cubicBezTo>
                  <a:pt x="14257" y="15292"/>
                  <a:pt x="13947" y="15840"/>
                  <a:pt x="13838" y="16560"/>
                </a:cubicBezTo>
                <a:cubicBezTo>
                  <a:pt x="13728" y="17279"/>
                  <a:pt x="13454" y="17807"/>
                  <a:pt x="13673" y="18111"/>
                </a:cubicBezTo>
                <a:cubicBezTo>
                  <a:pt x="13893" y="18415"/>
                  <a:pt x="15318" y="19006"/>
                  <a:pt x="16141" y="19118"/>
                </a:cubicBezTo>
                <a:cubicBezTo>
                  <a:pt x="16963" y="19230"/>
                  <a:pt x="18444" y="19230"/>
                  <a:pt x="19047" y="19310"/>
                </a:cubicBezTo>
                <a:cubicBezTo>
                  <a:pt x="19650" y="19390"/>
                  <a:pt x="20089" y="19614"/>
                  <a:pt x="18718" y="19678"/>
                </a:cubicBezTo>
                <a:cubicBezTo>
                  <a:pt x="17347" y="19742"/>
                  <a:pt x="14770" y="19630"/>
                  <a:pt x="14112" y="19566"/>
                </a:cubicBezTo>
                <a:cubicBezTo>
                  <a:pt x="13454" y="19502"/>
                  <a:pt x="12412" y="19358"/>
                  <a:pt x="12412" y="19358"/>
                </a:cubicBezTo>
                <a:cubicBezTo>
                  <a:pt x="12412" y="19358"/>
                  <a:pt x="12741" y="19598"/>
                  <a:pt x="11261" y="19598"/>
                </a:cubicBezTo>
                <a:cubicBezTo>
                  <a:pt x="9780" y="19598"/>
                  <a:pt x="9506" y="19566"/>
                  <a:pt x="9451" y="19294"/>
                </a:cubicBezTo>
                <a:cubicBezTo>
                  <a:pt x="9397" y="19022"/>
                  <a:pt x="9451" y="18655"/>
                  <a:pt x="9232" y="18463"/>
                </a:cubicBezTo>
                <a:cubicBezTo>
                  <a:pt x="9012" y="18271"/>
                  <a:pt x="10109" y="17775"/>
                  <a:pt x="9561" y="17503"/>
                </a:cubicBezTo>
                <a:cubicBezTo>
                  <a:pt x="9012" y="17231"/>
                  <a:pt x="8464" y="16528"/>
                  <a:pt x="8958" y="16112"/>
                </a:cubicBezTo>
                <a:cubicBezTo>
                  <a:pt x="9451" y="15696"/>
                  <a:pt x="8793" y="15281"/>
                  <a:pt x="8958" y="15009"/>
                </a:cubicBezTo>
                <a:cubicBezTo>
                  <a:pt x="9122" y="14737"/>
                  <a:pt x="9341" y="14369"/>
                  <a:pt x="9341" y="13953"/>
                </a:cubicBezTo>
                <a:cubicBezTo>
                  <a:pt x="9341" y="13538"/>
                  <a:pt x="9287" y="13234"/>
                  <a:pt x="9287" y="13234"/>
                </a:cubicBezTo>
                <a:cubicBezTo>
                  <a:pt x="9287" y="13234"/>
                  <a:pt x="8245" y="14801"/>
                  <a:pt x="7971" y="15217"/>
                </a:cubicBezTo>
                <a:cubicBezTo>
                  <a:pt x="7696" y="15632"/>
                  <a:pt x="7258" y="17119"/>
                  <a:pt x="7258" y="17567"/>
                </a:cubicBezTo>
                <a:cubicBezTo>
                  <a:pt x="7258" y="18015"/>
                  <a:pt x="6107" y="18623"/>
                  <a:pt x="6052" y="19022"/>
                </a:cubicBezTo>
                <a:cubicBezTo>
                  <a:pt x="5997" y="19422"/>
                  <a:pt x="5942" y="19662"/>
                  <a:pt x="5558" y="19662"/>
                </a:cubicBezTo>
                <a:cubicBezTo>
                  <a:pt x="5174" y="19662"/>
                  <a:pt x="5942" y="20110"/>
                  <a:pt x="6216" y="20462"/>
                </a:cubicBezTo>
                <a:cubicBezTo>
                  <a:pt x="6490" y="20813"/>
                  <a:pt x="7313" y="21597"/>
                  <a:pt x="5723" y="21597"/>
                </a:cubicBezTo>
                <a:cubicBezTo>
                  <a:pt x="4132" y="21597"/>
                  <a:pt x="2323" y="21405"/>
                  <a:pt x="2268" y="20909"/>
                </a:cubicBezTo>
                <a:cubicBezTo>
                  <a:pt x="2213" y="20414"/>
                  <a:pt x="2432" y="19982"/>
                  <a:pt x="1994" y="19790"/>
                </a:cubicBezTo>
                <a:cubicBezTo>
                  <a:pt x="1555" y="19598"/>
                  <a:pt x="1500" y="19182"/>
                  <a:pt x="1555" y="18927"/>
                </a:cubicBezTo>
                <a:cubicBezTo>
                  <a:pt x="1610" y="18671"/>
                  <a:pt x="1336" y="18239"/>
                  <a:pt x="1555" y="17695"/>
                </a:cubicBezTo>
                <a:cubicBezTo>
                  <a:pt x="1775" y="17152"/>
                  <a:pt x="1775" y="16240"/>
                  <a:pt x="2213" y="15552"/>
                </a:cubicBezTo>
                <a:cubicBezTo>
                  <a:pt x="2652" y="14865"/>
                  <a:pt x="2761" y="13809"/>
                  <a:pt x="2981" y="12978"/>
                </a:cubicBezTo>
                <a:cubicBezTo>
                  <a:pt x="3200" y="12146"/>
                  <a:pt x="3365" y="11730"/>
                  <a:pt x="3090" y="11603"/>
                </a:cubicBezTo>
                <a:cubicBezTo>
                  <a:pt x="2816" y="11475"/>
                  <a:pt x="1172" y="11363"/>
                  <a:pt x="733" y="11331"/>
                </a:cubicBezTo>
                <a:cubicBezTo>
                  <a:pt x="294" y="11299"/>
                  <a:pt x="1281" y="10435"/>
                  <a:pt x="1610" y="9716"/>
                </a:cubicBezTo>
                <a:cubicBezTo>
                  <a:pt x="1939" y="8996"/>
                  <a:pt x="2542" y="8564"/>
                  <a:pt x="2871" y="8053"/>
                </a:cubicBezTo>
                <a:cubicBezTo>
                  <a:pt x="3200" y="7541"/>
                  <a:pt x="3200" y="7301"/>
                  <a:pt x="2487" y="6933"/>
                </a:cubicBezTo>
                <a:cubicBezTo>
                  <a:pt x="1775" y="6565"/>
                  <a:pt x="897" y="6326"/>
                  <a:pt x="513" y="5494"/>
                </a:cubicBezTo>
                <a:cubicBezTo>
                  <a:pt x="130" y="4663"/>
                  <a:pt x="-364" y="4119"/>
                  <a:pt x="404" y="3911"/>
                </a:cubicBezTo>
                <a:cubicBezTo>
                  <a:pt x="1172" y="3703"/>
                  <a:pt x="2652" y="3815"/>
                  <a:pt x="3748" y="3559"/>
                </a:cubicBezTo>
                <a:cubicBezTo>
                  <a:pt x="4845" y="3303"/>
                  <a:pt x="5010" y="3015"/>
                  <a:pt x="5503" y="2983"/>
                </a:cubicBezTo>
                <a:cubicBezTo>
                  <a:pt x="5997" y="2951"/>
                  <a:pt x="6106" y="2920"/>
                  <a:pt x="6106" y="2744"/>
                </a:cubicBezTo>
                <a:cubicBezTo>
                  <a:pt x="6106" y="2568"/>
                  <a:pt x="5942" y="2392"/>
                  <a:pt x="5942" y="2392"/>
                </a:cubicBezTo>
                <a:cubicBezTo>
                  <a:pt x="5942" y="2392"/>
                  <a:pt x="5174" y="2248"/>
                  <a:pt x="5010" y="2024"/>
                </a:cubicBezTo>
                <a:cubicBezTo>
                  <a:pt x="4845" y="1800"/>
                  <a:pt x="4681" y="1240"/>
                  <a:pt x="4900" y="857"/>
                </a:cubicBezTo>
                <a:cubicBezTo>
                  <a:pt x="5119" y="473"/>
                  <a:pt x="6318" y="5"/>
                  <a:pt x="8563" y="0"/>
                </a:cubicBezTo>
                <a:close/>
              </a:path>
            </a:pathLst>
          </a:custGeom>
          <a:solidFill>
            <a:srgbClr val="2B7D6B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Shape 1034"/>
          <p:cNvSpPr/>
          <p:nvPr/>
        </p:nvSpPr>
        <p:spPr>
          <a:xfrm>
            <a:off x="1793875" y="2811463"/>
            <a:ext cx="190500" cy="146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43" y="9828"/>
                </a:moveTo>
                <a:cubicBezTo>
                  <a:pt x="20503" y="10692"/>
                  <a:pt x="21004" y="11543"/>
                  <a:pt x="21600" y="12462"/>
                </a:cubicBezTo>
                <a:cubicBezTo>
                  <a:pt x="20797" y="15394"/>
                  <a:pt x="20629" y="18810"/>
                  <a:pt x="20550" y="21600"/>
                </a:cubicBezTo>
                <a:cubicBezTo>
                  <a:pt x="17285" y="18886"/>
                  <a:pt x="18957" y="12766"/>
                  <a:pt x="16102" y="12414"/>
                </a:cubicBezTo>
                <a:cubicBezTo>
                  <a:pt x="13346" y="12074"/>
                  <a:pt x="12988" y="13608"/>
                  <a:pt x="12526" y="15998"/>
                </a:cubicBezTo>
                <a:cubicBezTo>
                  <a:pt x="12064" y="18387"/>
                  <a:pt x="11785" y="20178"/>
                  <a:pt x="11785" y="20178"/>
                </a:cubicBezTo>
                <a:cubicBezTo>
                  <a:pt x="11785" y="20178"/>
                  <a:pt x="2700" y="7597"/>
                  <a:pt x="0" y="3147"/>
                </a:cubicBezTo>
                <a:cubicBezTo>
                  <a:pt x="1311" y="2680"/>
                  <a:pt x="1742" y="2046"/>
                  <a:pt x="1827" y="0"/>
                </a:cubicBezTo>
                <a:cubicBezTo>
                  <a:pt x="4847" y="4160"/>
                  <a:pt x="12262" y="11667"/>
                  <a:pt x="15756" y="11667"/>
                </a:cubicBezTo>
                <a:cubicBezTo>
                  <a:pt x="17415" y="11667"/>
                  <a:pt x="18853" y="10951"/>
                  <a:pt x="20143" y="982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kumimoji="0" sz="3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Shape 1035"/>
          <p:cNvSpPr/>
          <p:nvPr/>
        </p:nvSpPr>
        <p:spPr>
          <a:xfrm>
            <a:off x="1992313" y="3208338"/>
            <a:ext cx="79375" cy="109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08" h="21600" extrusionOk="0">
                <a:moveTo>
                  <a:pt x="11314" y="594"/>
                </a:moveTo>
                <a:lnTo>
                  <a:pt x="0" y="0"/>
                </a:lnTo>
                <a:cubicBezTo>
                  <a:pt x="0" y="0"/>
                  <a:pt x="10284" y="5549"/>
                  <a:pt x="10284" y="11495"/>
                </a:cubicBezTo>
                <a:cubicBezTo>
                  <a:pt x="10284" y="17438"/>
                  <a:pt x="9772" y="20013"/>
                  <a:pt x="9772" y="20013"/>
                </a:cubicBezTo>
                <a:lnTo>
                  <a:pt x="18772" y="21600"/>
                </a:lnTo>
                <a:cubicBezTo>
                  <a:pt x="18772" y="21600"/>
                  <a:pt x="21600" y="15655"/>
                  <a:pt x="19026" y="9907"/>
                </a:cubicBezTo>
                <a:cubicBezTo>
                  <a:pt x="16457" y="4162"/>
                  <a:pt x="13629" y="2575"/>
                  <a:pt x="11314" y="594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kumimoji="0" sz="3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Shape 1036"/>
          <p:cNvSpPr/>
          <p:nvPr/>
        </p:nvSpPr>
        <p:spPr>
          <a:xfrm>
            <a:off x="2041525" y="3467100"/>
            <a:ext cx="34925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479" y="0"/>
                </a:moveTo>
                <a:cubicBezTo>
                  <a:pt x="6479" y="0"/>
                  <a:pt x="2878" y="12381"/>
                  <a:pt x="1439" y="16334"/>
                </a:cubicBezTo>
                <a:cubicBezTo>
                  <a:pt x="0" y="20286"/>
                  <a:pt x="0" y="21600"/>
                  <a:pt x="0" y="21600"/>
                </a:cubicBezTo>
                <a:lnTo>
                  <a:pt x="21600" y="20286"/>
                </a:lnTo>
                <a:cubicBezTo>
                  <a:pt x="21600" y="20286"/>
                  <a:pt x="16556" y="10275"/>
                  <a:pt x="6479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kumimoji="0" sz="3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Rounded Rectangle 8"/>
          <p:cNvSpPr/>
          <p:nvPr/>
        </p:nvSpPr>
        <p:spPr>
          <a:xfrm>
            <a:off x="4281488" y="3140075"/>
            <a:ext cx="2619375" cy="1082675"/>
          </a:xfrm>
          <a:prstGeom prst="roundRect">
            <a:avLst>
              <a:gd name="adj" fmla="val 10132"/>
            </a:avLst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4281488" y="1806575"/>
            <a:ext cx="2619375" cy="1082675"/>
          </a:xfrm>
          <a:prstGeom prst="roundRect">
            <a:avLst>
              <a:gd name="adj" fmla="val 10132"/>
            </a:avLst>
          </a:prstGeom>
          <a:solidFill>
            <a:srgbClr val="2B7D6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Rounded Rectangle 11"/>
          <p:cNvSpPr/>
          <p:nvPr/>
        </p:nvSpPr>
        <p:spPr>
          <a:xfrm>
            <a:off x="4281488" y="4475163"/>
            <a:ext cx="2619375" cy="1082675"/>
          </a:xfrm>
          <a:prstGeom prst="roundRect">
            <a:avLst>
              <a:gd name="adj" fmla="val 10132"/>
            </a:avLst>
          </a:prstGeom>
          <a:solidFill>
            <a:srgbClr val="74CE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675" name="TextBox 13"/>
          <p:cNvSpPr txBox="1"/>
          <p:nvPr/>
        </p:nvSpPr>
        <p:spPr>
          <a:xfrm>
            <a:off x="4422775" y="2030413"/>
            <a:ext cx="2338388" cy="2460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76" name="TextBox 13"/>
          <p:cNvSpPr txBox="1"/>
          <p:nvPr/>
        </p:nvSpPr>
        <p:spPr>
          <a:xfrm>
            <a:off x="4425950" y="2316163"/>
            <a:ext cx="2335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77" name="TextBox 13"/>
          <p:cNvSpPr txBox="1"/>
          <p:nvPr/>
        </p:nvSpPr>
        <p:spPr>
          <a:xfrm>
            <a:off x="4422775" y="3359150"/>
            <a:ext cx="2338388" cy="2460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78" name="TextBox 13"/>
          <p:cNvSpPr txBox="1"/>
          <p:nvPr/>
        </p:nvSpPr>
        <p:spPr>
          <a:xfrm>
            <a:off x="4425950" y="3644900"/>
            <a:ext cx="2335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79" name="TextBox 13"/>
          <p:cNvSpPr txBox="1"/>
          <p:nvPr/>
        </p:nvSpPr>
        <p:spPr>
          <a:xfrm>
            <a:off x="4422775" y="4687888"/>
            <a:ext cx="2338388" cy="247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ADD TITLE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80" name="TextBox 13"/>
          <p:cNvSpPr txBox="1"/>
          <p:nvPr/>
        </p:nvSpPr>
        <p:spPr>
          <a:xfrm>
            <a:off x="4425950" y="4975225"/>
            <a:ext cx="2335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681" name="TextBox 13"/>
          <p:cNvSpPr txBox="1"/>
          <p:nvPr/>
        </p:nvSpPr>
        <p:spPr>
          <a:xfrm>
            <a:off x="9196388" y="4525963"/>
            <a:ext cx="1677987" cy="3698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dist" defTabSz="1216025">
              <a:spcBef>
                <a:spcPct val="20000"/>
              </a:spcBef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Arial" panose="020B0604020202020204" pitchFamily="34" charset="0"/>
              </a:rPr>
              <a:t>According to your need to draw the text box size.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5754</Words>
  <Application>WPS Presentation</Application>
  <PresentationFormat/>
  <Paragraphs>318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51" baseType="lpstr">
      <vt:lpstr>Arial</vt:lpstr>
      <vt:lpstr>SimSun</vt:lpstr>
      <vt:lpstr>Wingdings</vt:lpstr>
      <vt:lpstr>Calibri</vt:lpstr>
      <vt:lpstr>Microsoft YaHei</vt:lpstr>
      <vt:lpstr>Arial Unicode MS</vt:lpstr>
      <vt:lpstr>Calibri</vt:lpstr>
      <vt:lpstr>Bebas Neue</vt:lpstr>
      <vt:lpstr>Segoe Print</vt:lpstr>
      <vt:lpstr>FontAwesome</vt:lpstr>
      <vt:lpstr>Arial Unicode MS</vt:lpstr>
      <vt:lpstr>Calibri Light</vt:lpstr>
      <vt:lpstr>Bebas Neue</vt:lpstr>
      <vt:lpstr>Roboto Condensed</vt:lpstr>
      <vt:lpstr>Open Sans Condensed Light</vt:lpstr>
      <vt:lpstr>Helvetica Light</vt:lpstr>
      <vt:lpstr>Kontrapunkt Bob Bold</vt:lpstr>
      <vt:lpstr>Agency FB</vt:lpstr>
      <vt:lpstr>Algerian</vt:lpstr>
      <vt:lpstr>Microsoft PhagsPa</vt:lpstr>
      <vt:lpstr>Microsoft Himalaya</vt:lpstr>
      <vt:lpstr>Lucida Calligraphy</vt:lpstr>
      <vt:lpstr>Informal Roman</vt:lpstr>
      <vt:lpstr>Impact</vt:lpstr>
      <vt:lpstr>HoloLens MDL2 Assets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IT WORLD</cp:lastModifiedBy>
  <cp:revision>28</cp:revision>
  <dcterms:created xsi:type="dcterms:W3CDTF">2015-07-07T12:57:00Z</dcterms:created>
  <dcterms:modified xsi:type="dcterms:W3CDTF">2024-10-25T04:41:59Z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1033-12.2.0.13472</vt:lpwstr>
  </property>
  <property fmtid="{D5CDD505-2E9C-101B-9397-08002B2CF9AE}" pid="3" name="ICV">
    <vt:lpwstr>B5B5640E325946F8AB826B31139FB1CA_11</vt:lpwstr>
  </property>
</Properties>
</file>